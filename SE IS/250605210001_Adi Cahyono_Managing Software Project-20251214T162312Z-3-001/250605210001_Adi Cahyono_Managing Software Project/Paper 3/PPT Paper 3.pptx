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66" r:id="rId3"/>
    <p:sldId id="269" r:id="rId4"/>
    <p:sldId id="270" r:id="rId5"/>
    <p:sldId id="271" r:id="rId6"/>
    <p:sldId id="273" r:id="rId7"/>
    <p:sldId id="274" r:id="rId8"/>
  </p:sldIdLst>
  <p:sldSz cx="12192000" cy="6858000"/>
  <p:notesSz cx="6858000" cy="9144000"/>
  <p:defaultTextStyle>
    <a:defPPr rtl="0">
      <a:defRPr lang="id-ID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42D0B"/>
    <a:srgbClr val="76280B"/>
    <a:srgbClr val="F6BF73"/>
    <a:srgbClr val="F9D4A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1655" autoAdjust="0"/>
  </p:normalViewPr>
  <p:slideViewPr>
    <p:cSldViewPr snapToGrid="0">
      <p:cViewPr varScale="1">
        <p:scale>
          <a:sx n="57" d="100"/>
          <a:sy n="57" d="100"/>
        </p:scale>
        <p:origin x="7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67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>
            <a:extLst>
              <a:ext uri="{FF2B5EF4-FFF2-40B4-BE49-F238E27FC236}">
                <a16:creationId xmlns:a16="http://schemas.microsoft.com/office/drawing/2014/main" id="{E8805758-D2E5-47F1-BDC8-64F96AB837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d-ID"/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B9A4D7A7-60FE-4B51-8D3B-098FB2A1B3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CFE1DB6-CFB1-443E-870B-283CB5F84ECE}" type="datetime1">
              <a:rPr lang="id-ID" smtClean="0"/>
              <a:t>10/11/2025</a:t>
            </a:fld>
            <a:endParaRPr lang="id-ID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0748030B-DA71-4B18-AA7C-F991BCB51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d-ID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DBD65FCA-070F-4A6D-A2E0-D5EBEAABC9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B64D2B8-7AFA-4F86-9DF3-A6BBE4E238C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03482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d-ID" noProof="0"/>
          </a:p>
        </p:txBody>
      </p:sp>
      <p:sp>
        <p:nvSpPr>
          <p:cNvPr id="3" name="Tampungan Tanggal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FD11A1-448A-417C-9383-DC6A78C886EC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4" name="Tampungan Gambar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d-ID" noProof="0"/>
          </a:p>
        </p:txBody>
      </p:sp>
      <p:sp>
        <p:nvSpPr>
          <p:cNvPr id="5" name="Tampungan Catata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d-ID" noProof="0" dirty="0"/>
              <a:t>Klik untuk edit gaya teks Master</a:t>
            </a:r>
          </a:p>
          <a:p>
            <a:pPr lvl="1" rtl="0"/>
            <a:r>
              <a:rPr lang="id-ID" noProof="0" dirty="0"/>
              <a:t>Tingkat kedua</a:t>
            </a:r>
          </a:p>
          <a:p>
            <a:pPr lvl="2" rtl="0"/>
            <a:r>
              <a:rPr lang="id-ID" noProof="0" dirty="0"/>
              <a:t>Tingkat ketiga</a:t>
            </a:r>
          </a:p>
          <a:p>
            <a:pPr lvl="3" rtl="0"/>
            <a:r>
              <a:rPr lang="id-ID" noProof="0" dirty="0"/>
              <a:t>Tingkat keempat</a:t>
            </a:r>
          </a:p>
          <a:p>
            <a:pPr lvl="4" rtl="0"/>
            <a:r>
              <a:rPr lang="id-ID" noProof="0" dirty="0"/>
              <a:t>Tingkat kelima</a:t>
            </a:r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d-ID" noProof="0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5D79418-37EB-4378-AD22-89DBB000B0DA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37646424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D79418-37EB-4378-AD22-89DBB000B0DA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63697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id-ID" b="1"/>
              <a:t>Catatan untuk penyaji: </a:t>
            </a:r>
          </a:p>
          <a:p>
            <a:pPr rtl="0"/>
            <a:r>
              <a:rPr lang="id-ID" b="0" i="1">
                <a:latin typeface="Segoe UI" panose="020B0502040204020203" pitchFamily="34" charset="0"/>
                <a:cs typeface="Segoe UI" panose="020B0502040204020203" pitchFamily="34" charset="0"/>
              </a:rPr>
              <a:t>Penjelasan tentang apa yang telah Anda pelajari menggunakan kata-kata Anda sendiri di satu sisi.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id-ID" b="0" i="1">
                <a:latin typeface="Segoe UI" panose="020B0502040204020203" pitchFamily="34" charset="0"/>
                <a:cs typeface="Segoe UI" panose="020B0502040204020203" pitchFamily="34" charset="0"/>
              </a:rPr>
              <a:t>Sertakan informasi tentang topik 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id-ID" b="0" i="1">
                <a:latin typeface="Segoe UI" panose="020B0502040204020203" pitchFamily="34" charset="0"/>
                <a:cs typeface="Segoe UI" panose="020B0502040204020203" pitchFamily="34" charset="0"/>
              </a:rPr>
              <a:t>Detail tentang topik ini juga akan berguna di sini.  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id-ID" b="0" i="1">
                <a:latin typeface="Segoe UI" panose="020B0502040204020203" pitchFamily="34" charset="0"/>
                <a:cs typeface="Segoe UI" panose="020B0502040204020203" pitchFamily="34" charset="0"/>
              </a:rPr>
              <a:t>Ceritakan kisah pengalaman pembelajaran Anda.  Sama seperti cerita, harus ada awal, tengah, dan akhir.</a:t>
            </a:r>
          </a:p>
          <a:p>
            <a:pPr rtl="0"/>
            <a:r>
              <a:rPr lang="id-ID" b="0" i="1">
                <a:latin typeface="Segoe UI" panose="020B0502040204020203" pitchFamily="34" charset="0"/>
                <a:cs typeface="Segoe UI" panose="020B0502040204020203" pitchFamily="34" charset="0"/>
              </a:rPr>
              <a:t>Di sisi yang lain, Anda dapat menambahkan grafik yang memberikan bukti tentang apa yang Anda pelajari.</a:t>
            </a:r>
          </a:p>
          <a:p>
            <a:pPr rtl="0"/>
            <a:endParaRPr lang="id-ID"/>
          </a:p>
          <a:p>
            <a:pPr rtl="0"/>
            <a:r>
              <a:rPr lang="id-ID"/>
              <a:t>Jangan ragu untuk menggunakan lebih dari satu slide untuk mencerminkan proses Anda.  Hal ini juga membantu menambahkan beberapa video proses Anda.</a:t>
            </a:r>
          </a:p>
          <a:p>
            <a:pPr rtl="0"/>
            <a:endParaRPr lang="id-ID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5D79418-37EB-4378-AD22-89DBB000B0DA}" type="slidenum">
              <a:rPr lang="id-ID" smtClean="0"/>
              <a:t>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2591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D79418-37EB-4378-AD22-89DBB000B0DA}" type="slidenum">
              <a:rPr lang="id-ID" smtClean="0"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20849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CF4CA-467A-B940-7B88-C3F3BFCF5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>
            <a:extLst>
              <a:ext uri="{FF2B5EF4-FFF2-40B4-BE49-F238E27FC236}">
                <a16:creationId xmlns:a16="http://schemas.microsoft.com/office/drawing/2014/main" id="{E6F71EA0-8F16-DD47-D61B-1CDAC0B40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Tampungan Catatan 2">
            <a:extLst>
              <a:ext uri="{FF2B5EF4-FFF2-40B4-BE49-F238E27FC236}">
                <a16:creationId xmlns:a16="http://schemas.microsoft.com/office/drawing/2014/main" id="{D10305DB-8B24-93A9-F286-3D869B59C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A8A78B4D-294B-F961-0FEB-F4DA67502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D79418-37EB-4378-AD22-89DBB000B0DA}" type="slidenum">
              <a:rPr lang="id-ID" smtClean="0"/>
              <a:t>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3476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40587-2929-25C5-BD27-CECA620D6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>
            <a:extLst>
              <a:ext uri="{FF2B5EF4-FFF2-40B4-BE49-F238E27FC236}">
                <a16:creationId xmlns:a16="http://schemas.microsoft.com/office/drawing/2014/main" id="{5E49343C-B70F-54F4-D4AC-E7BD9BED3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Tampungan Catatan 2">
            <a:extLst>
              <a:ext uri="{FF2B5EF4-FFF2-40B4-BE49-F238E27FC236}">
                <a16:creationId xmlns:a16="http://schemas.microsoft.com/office/drawing/2014/main" id="{9BC2FAB3-0EA6-A527-DD52-7BB551880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3E1CC0DB-D1B3-93CA-680E-8B9C2FA48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D79418-37EB-4378-AD22-89DBB000B0DA}" type="slidenum">
              <a:rPr lang="id-ID" smtClean="0"/>
              <a:t>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01618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31FE5-6597-C680-D6E5-B0828BC3F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>
            <a:extLst>
              <a:ext uri="{FF2B5EF4-FFF2-40B4-BE49-F238E27FC236}">
                <a16:creationId xmlns:a16="http://schemas.microsoft.com/office/drawing/2014/main" id="{84C52C58-0B37-999B-B1FF-5242D093C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Tampungan Catatan 2">
            <a:extLst>
              <a:ext uri="{FF2B5EF4-FFF2-40B4-BE49-F238E27FC236}">
                <a16:creationId xmlns:a16="http://schemas.microsoft.com/office/drawing/2014/main" id="{91ADE347-28BB-36F4-068A-86E8B8154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03505D81-D7DC-9F41-6534-7BC5CC53FE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D79418-37EB-4378-AD22-89DBB000B0DA}" type="slidenum">
              <a:rPr lang="id-ID" smtClean="0"/>
              <a:t>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33369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A6A23-9F54-7FD0-D4A0-1C7D30B37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>
            <a:extLst>
              <a:ext uri="{FF2B5EF4-FFF2-40B4-BE49-F238E27FC236}">
                <a16:creationId xmlns:a16="http://schemas.microsoft.com/office/drawing/2014/main" id="{79DF571D-E70E-E50B-FAC6-43BD2822C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Tampungan Catatan 2">
            <a:extLst>
              <a:ext uri="{FF2B5EF4-FFF2-40B4-BE49-F238E27FC236}">
                <a16:creationId xmlns:a16="http://schemas.microsoft.com/office/drawing/2014/main" id="{FC0EC34E-A3C5-7837-B352-97115E62A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E74BEED2-7CBE-68C1-4D2D-299A7CAE5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D79418-37EB-4378-AD22-89DBB000B0DA}" type="slidenum">
              <a:rPr lang="id-ID" smtClean="0"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98953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 6">
            <a:extLst>
              <a:ext uri="{FF2B5EF4-FFF2-40B4-BE49-F238E27FC236}">
                <a16:creationId xmlns:a16="http://schemas.microsoft.com/office/drawing/2014/main" id="{DD826893-9059-400D-A708-615823828BC9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525761"/>
            <a:chOff x="7232499" y="-159283"/>
            <a:chExt cx="4959501" cy="5525761"/>
          </a:xfrm>
          <a:solidFill>
            <a:srgbClr val="76280B">
              <a:alpha val="60000"/>
            </a:srgbClr>
          </a:solidFill>
        </p:grpSpPr>
        <p:pic>
          <p:nvPicPr>
            <p:cNvPr id="10" name="Grafik 9" descr="Gerigi tunggal">
              <a:extLst>
                <a:ext uri="{FF2B5EF4-FFF2-40B4-BE49-F238E27FC236}">
                  <a16:creationId xmlns:a16="http://schemas.microsoft.com/office/drawing/2014/main" id="{4BD7AE3B-6321-488C-8378-B441F7AC62C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1" name="Grafik 10" descr="Gerigi tunggal">
              <a:extLst>
                <a:ext uri="{FF2B5EF4-FFF2-40B4-BE49-F238E27FC236}">
                  <a16:creationId xmlns:a16="http://schemas.microsoft.com/office/drawing/2014/main" id="{52566813-48BF-44A8-9FBD-C9035FDE14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4" name="Grafik 13" descr="Gerigi tunggal">
              <a:extLst>
                <a:ext uri="{FF2B5EF4-FFF2-40B4-BE49-F238E27FC236}">
                  <a16:creationId xmlns:a16="http://schemas.microsoft.com/office/drawing/2014/main" id="{C9098912-FEFB-4951-B070-7ED0F1D455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486478"/>
              <a:ext cx="2880000" cy="2880000"/>
            </a:xfrm>
            <a:prstGeom prst="rect">
              <a:avLst/>
            </a:prstGeom>
          </p:spPr>
        </p:pic>
        <p:pic>
          <p:nvPicPr>
            <p:cNvPr id="15" name="Grafik 14" descr="Gerigi tunggal">
              <a:extLst>
                <a:ext uri="{FF2B5EF4-FFF2-40B4-BE49-F238E27FC236}">
                  <a16:creationId xmlns:a16="http://schemas.microsoft.com/office/drawing/2014/main" id="{7187CCFC-946C-4708-98C2-CC97857A51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sp>
        <p:nvSpPr>
          <p:cNvPr id="9" name="Persegi panjang 8"/>
          <p:cNvSpPr/>
          <p:nvPr/>
        </p:nvSpPr>
        <p:spPr bwMode="ltGray">
          <a:xfrm>
            <a:off x="1704975" y="2598834"/>
            <a:ext cx="8782050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ctrTitle"/>
          </p:nvPr>
        </p:nvSpPr>
        <p:spPr>
          <a:xfrm>
            <a:off x="1828293" y="2742465"/>
            <a:ext cx="8494463" cy="1373070"/>
          </a:xfrm>
        </p:spPr>
        <p:txBody>
          <a:bodyPr rtlCol="0" anchor="b">
            <a:noAutofit/>
          </a:bodyPr>
          <a:lstStyle>
            <a:lvl1pPr algn="ctr">
              <a:defRPr sz="5400"/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Subjudul 2"/>
          <p:cNvSpPr>
            <a:spLocks noGrp="1"/>
          </p:cNvSpPr>
          <p:nvPr>
            <p:ph type="subTitle" idx="1"/>
          </p:nvPr>
        </p:nvSpPr>
        <p:spPr>
          <a:xfrm>
            <a:off x="1828799" y="4394039"/>
            <a:ext cx="8493957" cy="11176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id-ID" noProof="0"/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10"/>
          </p:nvPr>
        </p:nvSpPr>
        <p:spPr>
          <a:xfrm>
            <a:off x="8112956" y="5936187"/>
            <a:ext cx="2743200" cy="365125"/>
          </a:xfrm>
        </p:spPr>
        <p:txBody>
          <a:bodyPr rtlCol="0"/>
          <a:lstStyle/>
          <a:p>
            <a:pPr rtl="0"/>
            <a:fld id="{066066A1-DA85-48C9-AE64-0844B0DAF4D2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5" name="Tampungan Kaki 4"/>
          <p:cNvSpPr>
            <a:spLocks noGrp="1"/>
          </p:cNvSpPr>
          <p:nvPr>
            <p:ph type="ftr" sz="quarter" idx="11"/>
          </p:nvPr>
        </p:nvSpPr>
        <p:spPr>
          <a:xfrm>
            <a:off x="1242296" y="5936188"/>
            <a:ext cx="6870660" cy="365125"/>
          </a:xfrm>
        </p:spPr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12" name="Persegi panjang 11">
            <a:extLst>
              <a:ext uri="{FF2B5EF4-FFF2-40B4-BE49-F238E27FC236}">
                <a16:creationId xmlns:a16="http://schemas.microsoft.com/office/drawing/2014/main" id="{10A59AF3-34E3-4F2D-B219-533C8164A410}"/>
              </a:ext>
            </a:extLst>
          </p:cNvPr>
          <p:cNvSpPr/>
          <p:nvPr userDrawn="1"/>
        </p:nvSpPr>
        <p:spPr>
          <a:xfrm>
            <a:off x="0" y="2590078"/>
            <a:ext cx="1602997" cy="1660332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3" name="Persegi panjang 12">
            <a:extLst>
              <a:ext uri="{FF2B5EF4-FFF2-40B4-BE49-F238E27FC236}">
                <a16:creationId xmlns:a16="http://schemas.microsoft.com/office/drawing/2014/main" id="{3B98DDA9-3997-4600-985C-44C2CABD0BA3}"/>
              </a:ext>
            </a:extLst>
          </p:cNvPr>
          <p:cNvSpPr/>
          <p:nvPr userDrawn="1"/>
        </p:nvSpPr>
        <p:spPr>
          <a:xfrm>
            <a:off x="10606797" y="2590077"/>
            <a:ext cx="1602997" cy="1660331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12"/>
          </p:nvPr>
        </p:nvSpPr>
        <p:spPr>
          <a:xfrm>
            <a:off x="10803518" y="2750779"/>
            <a:ext cx="1171888" cy="1356442"/>
          </a:xfrm>
        </p:spPr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88896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 dan Beberap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mpungan Teks 7">
            <a:extLst>
              <a:ext uri="{FF2B5EF4-FFF2-40B4-BE49-F238E27FC236}">
                <a16:creationId xmlns:a16="http://schemas.microsoft.com/office/drawing/2014/main" id="{4E106B9E-EBA8-4369-8705-FDBBA60DC7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60549" y="2101850"/>
            <a:ext cx="4433401" cy="823913"/>
          </a:xfrm>
        </p:spPr>
        <p:txBody>
          <a:bodyPr rtlCol="0"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180D0165-A38B-4CE8-AE4D-186DBC04F8D4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2" name="Grafik 11" descr="Gerigi tunggal">
              <a:extLst>
                <a:ext uri="{FF2B5EF4-FFF2-40B4-BE49-F238E27FC236}">
                  <a16:creationId xmlns:a16="http://schemas.microsoft.com/office/drawing/2014/main" id="{90C052C9-F1E0-4264-8CAC-31B0B8F76D6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3" name="Grafik 12" descr="Gerigi tunggal">
              <a:extLst>
                <a:ext uri="{FF2B5EF4-FFF2-40B4-BE49-F238E27FC236}">
                  <a16:creationId xmlns:a16="http://schemas.microsoft.com/office/drawing/2014/main" id="{892FFF3D-7B2E-44EB-83BA-5453FEC489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4" name="Grafik 13" descr="Gerigi tunggal">
              <a:extLst>
                <a:ext uri="{FF2B5EF4-FFF2-40B4-BE49-F238E27FC236}">
                  <a16:creationId xmlns:a16="http://schemas.microsoft.com/office/drawing/2014/main" id="{CC5A9AF4-A787-49A3-83CF-889F9AEE0D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19" name="Grafik 18" descr="Gerigi tunggal">
              <a:extLst>
                <a:ext uri="{FF2B5EF4-FFF2-40B4-BE49-F238E27FC236}">
                  <a16:creationId xmlns:a16="http://schemas.microsoft.com/office/drawing/2014/main" id="{B5D192A5-6FE9-49BC-9104-102935BA03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5" name="Gambar 14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Gambar 15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Persegi panjang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8" name="Persegi panjang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1FBA2C-F55B-4FA3-837C-55BCC35C79D2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5" name="Tampungan Ka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  <p:sp>
        <p:nvSpPr>
          <p:cNvPr id="24" name="Tampungan Teks 7">
            <a:extLst>
              <a:ext uri="{FF2B5EF4-FFF2-40B4-BE49-F238E27FC236}">
                <a16:creationId xmlns:a16="http://schemas.microsoft.com/office/drawing/2014/main" id="{F099E8F9-E092-4E4C-AB87-FB2B4EC4D0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60549" y="3044624"/>
            <a:ext cx="4433401" cy="823913"/>
          </a:xfrm>
        </p:spPr>
        <p:txBody>
          <a:bodyPr rtlCol="0"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25" name="Tampungan Teks 7">
            <a:extLst>
              <a:ext uri="{FF2B5EF4-FFF2-40B4-BE49-F238E27FC236}">
                <a16:creationId xmlns:a16="http://schemas.microsoft.com/office/drawing/2014/main" id="{782CF4FC-13E5-4A63-BCF2-3AF43B5F15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60549" y="3987398"/>
            <a:ext cx="4433401" cy="823913"/>
          </a:xfrm>
        </p:spPr>
        <p:txBody>
          <a:bodyPr rtlCol="0"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26" name="Tampungan Teks 7">
            <a:extLst>
              <a:ext uri="{FF2B5EF4-FFF2-40B4-BE49-F238E27FC236}">
                <a16:creationId xmlns:a16="http://schemas.microsoft.com/office/drawing/2014/main" id="{8523C4DE-E0C6-4EE1-9145-DA78191746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0549" y="4930171"/>
            <a:ext cx="4433401" cy="823913"/>
          </a:xfrm>
        </p:spPr>
        <p:txBody>
          <a:bodyPr rtlCol="0"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203526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 17">
            <a:extLst>
              <a:ext uri="{FF2B5EF4-FFF2-40B4-BE49-F238E27FC236}">
                <a16:creationId xmlns:a16="http://schemas.microsoft.com/office/drawing/2014/main" id="{EE363D07-B7E9-4C17-BF5B-ADACCCAD7C6C}"/>
              </a:ext>
            </a:extLst>
          </p:cNvPr>
          <p:cNvGrpSpPr/>
          <p:nvPr userDrawn="1"/>
        </p:nvGrpSpPr>
        <p:grpSpPr>
          <a:xfrm rot="10800000">
            <a:off x="108452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2" name="Grafik 11" descr="Gerigi tunggal">
              <a:extLst>
                <a:ext uri="{FF2B5EF4-FFF2-40B4-BE49-F238E27FC236}">
                  <a16:creationId xmlns:a16="http://schemas.microsoft.com/office/drawing/2014/main" id="{BF7F7D52-1EF2-49FA-AE87-7BE7232893F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3" name="Grafik 12" descr="Gerigi tunggal">
              <a:extLst>
                <a:ext uri="{FF2B5EF4-FFF2-40B4-BE49-F238E27FC236}">
                  <a16:creationId xmlns:a16="http://schemas.microsoft.com/office/drawing/2014/main" id="{ACC0D449-4064-40FD-A10D-BE7844EB87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4" name="Grafik 13" descr="Gerigi tunggal">
              <a:extLst>
                <a:ext uri="{FF2B5EF4-FFF2-40B4-BE49-F238E27FC236}">
                  <a16:creationId xmlns:a16="http://schemas.microsoft.com/office/drawing/2014/main" id="{1FE621D1-1FD9-49E2-99C8-0CB37634CD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fik 15" descr="Gerigi tunggal">
              <a:extLst>
                <a:ext uri="{FF2B5EF4-FFF2-40B4-BE49-F238E27FC236}">
                  <a16:creationId xmlns:a16="http://schemas.microsoft.com/office/drawing/2014/main" id="{0EA6856C-35D0-465E-B0CB-B889D4DA0B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fik 16" descr="Gerigi tunggal">
              <a:extLst>
                <a:ext uri="{FF2B5EF4-FFF2-40B4-BE49-F238E27FC236}">
                  <a16:creationId xmlns:a16="http://schemas.microsoft.com/office/drawing/2014/main" id="{A493FB47-F1DA-40B8-A1F4-115CD1F708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7" name="Gambar 6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Gambar 7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Persegi panjang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0" name="Persegi panjang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rtlCol="0" anchor="ctr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Tampungan Teks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964FF5-5A3F-4D46-9402-E64CB3AE448A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5" name="Tampungan Ka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50330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 11">
            <a:extLst>
              <a:ext uri="{FF2B5EF4-FFF2-40B4-BE49-F238E27FC236}">
                <a16:creationId xmlns:a16="http://schemas.microsoft.com/office/drawing/2014/main" id="{CBF5BF6C-5F7D-464E-B42E-D194CF355A7E}"/>
              </a:ext>
            </a:extLst>
          </p:cNvPr>
          <p:cNvGrpSpPr/>
          <p:nvPr userDrawn="1"/>
        </p:nvGrpSpPr>
        <p:grpSpPr bwMode="ltGray">
          <a:xfrm rot="5400000">
            <a:off x="7096454" y="1615369"/>
            <a:ext cx="4959501" cy="5525761"/>
            <a:chOff x="7232499" y="-159283"/>
            <a:chExt cx="4959501" cy="5525761"/>
          </a:xfrm>
          <a:solidFill>
            <a:srgbClr val="76280B">
              <a:alpha val="60000"/>
            </a:srgbClr>
          </a:solidFill>
        </p:grpSpPr>
        <p:pic>
          <p:nvPicPr>
            <p:cNvPr id="13" name="Grafik 12" descr="Gerigi tunggal">
              <a:extLst>
                <a:ext uri="{FF2B5EF4-FFF2-40B4-BE49-F238E27FC236}">
                  <a16:creationId xmlns:a16="http://schemas.microsoft.com/office/drawing/2014/main" id="{8F045C13-A0AE-4F21-8EE7-47DCE4B458F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4" name="Grafik 13" descr="Gerigi tunggal">
              <a:extLst>
                <a:ext uri="{FF2B5EF4-FFF2-40B4-BE49-F238E27FC236}">
                  <a16:creationId xmlns:a16="http://schemas.microsoft.com/office/drawing/2014/main" id="{D5197B13-7446-4E28-A62C-4543D7BD63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5" name="Grafik 14" descr="Gerigi tunggal">
              <a:extLst>
                <a:ext uri="{FF2B5EF4-FFF2-40B4-BE49-F238E27FC236}">
                  <a16:creationId xmlns:a16="http://schemas.microsoft.com/office/drawing/2014/main" id="{4B5B975A-536D-4192-B3DE-875F5E141A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486478"/>
              <a:ext cx="2880000" cy="2880000"/>
            </a:xfrm>
            <a:prstGeom prst="rect">
              <a:avLst/>
            </a:prstGeom>
          </p:spPr>
        </p:pic>
        <p:pic>
          <p:nvPicPr>
            <p:cNvPr id="16" name="Grafik 15" descr="Gerigi tunggal">
              <a:extLst>
                <a:ext uri="{FF2B5EF4-FFF2-40B4-BE49-F238E27FC236}">
                  <a16:creationId xmlns:a16="http://schemas.microsoft.com/office/drawing/2014/main" id="{5BB09BB4-511A-4714-92A7-D9CA09D1FD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8" name="Gambar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Gambar 8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Persegi panjang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1" name="Persegi panjang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Tampungan Konten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4" name="Tampungan Konten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C6C76A-EE68-491B-896C-1069FE0DE266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1762720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 11">
            <a:extLst>
              <a:ext uri="{FF2B5EF4-FFF2-40B4-BE49-F238E27FC236}">
                <a16:creationId xmlns:a16="http://schemas.microsoft.com/office/drawing/2014/main" id="{11281ABC-1821-4B63-88B5-74D2B13A11AF}"/>
              </a:ext>
            </a:extLst>
          </p:cNvPr>
          <p:cNvGrpSpPr/>
          <p:nvPr userDrawn="1"/>
        </p:nvGrpSpPr>
        <p:grpSpPr>
          <a:xfrm rot="5400000">
            <a:off x="175132" y="1273331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fik 12" descr="Gerigi tunggal">
              <a:extLst>
                <a:ext uri="{FF2B5EF4-FFF2-40B4-BE49-F238E27FC236}">
                  <a16:creationId xmlns:a16="http://schemas.microsoft.com/office/drawing/2014/main" id="{0BD16937-7ADD-43BC-AFAD-ABA8E1E4D0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fik 13" descr="Gerigi tunggal">
              <a:extLst>
                <a:ext uri="{FF2B5EF4-FFF2-40B4-BE49-F238E27FC236}">
                  <a16:creationId xmlns:a16="http://schemas.microsoft.com/office/drawing/2014/main" id="{A93E95CB-8B7F-4CE0-BD90-8078D78E5B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fik 14" descr="Gerigi tunggal">
              <a:extLst>
                <a:ext uri="{FF2B5EF4-FFF2-40B4-BE49-F238E27FC236}">
                  <a16:creationId xmlns:a16="http://schemas.microsoft.com/office/drawing/2014/main" id="{308EA72E-9FD8-4137-AF70-2F45B4623A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fik 15" descr="Gerigi tunggal">
              <a:extLst>
                <a:ext uri="{FF2B5EF4-FFF2-40B4-BE49-F238E27FC236}">
                  <a16:creationId xmlns:a16="http://schemas.microsoft.com/office/drawing/2014/main" id="{7E5F03E5-E60E-40E5-996F-CE212FF642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fik 16" descr="Gerigi tunggal">
              <a:extLst>
                <a:ext uri="{FF2B5EF4-FFF2-40B4-BE49-F238E27FC236}">
                  <a16:creationId xmlns:a16="http://schemas.microsoft.com/office/drawing/2014/main" id="{7EB0518D-8C62-493A-B053-F7B2F41290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8" name="Gambar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Persegi panjang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1" name="Persegi panjang 10"/>
          <p:cNvSpPr/>
          <p:nvPr/>
        </p:nvSpPr>
        <p:spPr>
          <a:xfrm>
            <a:off x="13077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2137646" y="753228"/>
            <a:ext cx="9613861" cy="1080938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Tampungan Konten 2"/>
          <p:cNvSpPr>
            <a:spLocks noGrp="1"/>
          </p:cNvSpPr>
          <p:nvPr>
            <p:ph sz="half" idx="1"/>
          </p:nvPr>
        </p:nvSpPr>
        <p:spPr>
          <a:xfrm>
            <a:off x="2137645" y="2336873"/>
            <a:ext cx="4698358" cy="3599316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4" name="Tampungan Konten 3"/>
          <p:cNvSpPr>
            <a:spLocks noGrp="1"/>
          </p:cNvSpPr>
          <p:nvPr>
            <p:ph sz="half" idx="2"/>
          </p:nvPr>
        </p:nvSpPr>
        <p:spPr>
          <a:xfrm>
            <a:off x="7051448" y="2336873"/>
            <a:ext cx="4700058" cy="3599316"/>
          </a:xfrm>
        </p:spPr>
        <p:txBody>
          <a:bodyPr rtlCol="0" anchor="ctr" anchorCtr="0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>
          <a:xfrm>
            <a:off x="9008306" y="5936187"/>
            <a:ext cx="2743200" cy="365125"/>
          </a:xfrm>
        </p:spPr>
        <p:txBody>
          <a:bodyPr rtlCol="0"/>
          <a:lstStyle/>
          <a:p>
            <a:pPr rtl="0"/>
            <a:fld id="{20431FF1-46E2-4364-819E-F891FD7B2F45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>
          <a:xfrm>
            <a:off x="2137646" y="5936188"/>
            <a:ext cx="6870660" cy="365125"/>
          </a:xfrm>
        </p:spPr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12"/>
          </p:nvPr>
        </p:nvSpPr>
        <p:spPr>
          <a:xfrm>
            <a:off x="156705" y="753227"/>
            <a:ext cx="1154151" cy="1090789"/>
          </a:xfrm>
        </p:spPr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3206977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 13">
            <a:extLst>
              <a:ext uri="{FF2B5EF4-FFF2-40B4-BE49-F238E27FC236}">
                <a16:creationId xmlns:a16="http://schemas.microsoft.com/office/drawing/2014/main" id="{F90C5C8C-B074-498F-921D-CC0B5DF8FBD3}"/>
              </a:ext>
            </a:extLst>
          </p:cNvPr>
          <p:cNvGrpSpPr/>
          <p:nvPr userDrawn="1"/>
        </p:nvGrpSpPr>
        <p:grpSpPr>
          <a:xfrm rot="10800000">
            <a:off x="108452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5" name="Grafik 14" descr="Gerigi tunggal">
              <a:extLst>
                <a:ext uri="{FF2B5EF4-FFF2-40B4-BE49-F238E27FC236}">
                  <a16:creationId xmlns:a16="http://schemas.microsoft.com/office/drawing/2014/main" id="{C270183A-92E0-49A5-B6BC-F193467637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6" name="Grafik 15" descr="Gerigi tunggal">
              <a:extLst>
                <a:ext uri="{FF2B5EF4-FFF2-40B4-BE49-F238E27FC236}">
                  <a16:creationId xmlns:a16="http://schemas.microsoft.com/office/drawing/2014/main" id="{6E086889-5472-4B65-A156-D0B8F369C3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7" name="Grafik 16" descr="Gerigi tunggal">
              <a:extLst>
                <a:ext uri="{FF2B5EF4-FFF2-40B4-BE49-F238E27FC236}">
                  <a16:creationId xmlns:a16="http://schemas.microsoft.com/office/drawing/2014/main" id="{4BCBF44F-62C7-4F40-99DF-85C459F43E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8" name="Grafik 17" descr="Gerigi tunggal">
              <a:extLst>
                <a:ext uri="{FF2B5EF4-FFF2-40B4-BE49-F238E27FC236}">
                  <a16:creationId xmlns:a16="http://schemas.microsoft.com/office/drawing/2014/main" id="{ABF64D53-5ED0-4A1D-A7EA-94CDB0D37E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9" name="Grafik 18" descr="Gerigi tunggal">
              <a:extLst>
                <a:ext uri="{FF2B5EF4-FFF2-40B4-BE49-F238E27FC236}">
                  <a16:creationId xmlns:a16="http://schemas.microsoft.com/office/drawing/2014/main" id="{2565C769-10BF-4E7B-B099-B4FD458436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10" name="Gambar 9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Gambar 10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Persegi panjang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3" name="Persegi panjang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Tampungan Teks 2"/>
          <p:cNvSpPr>
            <a:spLocks noGrp="1"/>
          </p:cNvSpPr>
          <p:nvPr>
            <p:ph type="body" idx="1"/>
          </p:nvPr>
        </p:nvSpPr>
        <p:spPr>
          <a:xfrm>
            <a:off x="680320" y="2336873"/>
            <a:ext cx="4698358" cy="69313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Tampungan Konten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5" name="Tampungan Teks 4"/>
          <p:cNvSpPr>
            <a:spLocks noGrp="1"/>
          </p:cNvSpPr>
          <p:nvPr>
            <p:ph type="body" sz="quarter" idx="3"/>
          </p:nvPr>
        </p:nvSpPr>
        <p:spPr>
          <a:xfrm>
            <a:off x="5594123" y="2336873"/>
            <a:ext cx="4700059" cy="692076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Tampungan Konten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7" name="Tampungan Tanggal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BC30EC-E7F2-4796-9DA8-926C95719D31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8" name="Tampungan Kaki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9" name="Tampungan Nomor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727138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 11">
            <a:extLst>
              <a:ext uri="{FF2B5EF4-FFF2-40B4-BE49-F238E27FC236}">
                <a16:creationId xmlns:a16="http://schemas.microsoft.com/office/drawing/2014/main" id="{11281ABC-1821-4B63-88B5-74D2B13A11AF}"/>
              </a:ext>
            </a:extLst>
          </p:cNvPr>
          <p:cNvGrpSpPr/>
          <p:nvPr userDrawn="1"/>
        </p:nvGrpSpPr>
        <p:grpSpPr>
          <a:xfrm rot="5400000">
            <a:off x="175132" y="1273331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fik 12" descr="Gerigi tunggal">
              <a:extLst>
                <a:ext uri="{FF2B5EF4-FFF2-40B4-BE49-F238E27FC236}">
                  <a16:creationId xmlns:a16="http://schemas.microsoft.com/office/drawing/2014/main" id="{0BD16937-7ADD-43BC-AFAD-ABA8E1E4D0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fik 13" descr="Gerigi tunggal">
              <a:extLst>
                <a:ext uri="{FF2B5EF4-FFF2-40B4-BE49-F238E27FC236}">
                  <a16:creationId xmlns:a16="http://schemas.microsoft.com/office/drawing/2014/main" id="{A93E95CB-8B7F-4CE0-BD90-8078D78E5B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fik 14" descr="Gerigi tunggal">
              <a:extLst>
                <a:ext uri="{FF2B5EF4-FFF2-40B4-BE49-F238E27FC236}">
                  <a16:creationId xmlns:a16="http://schemas.microsoft.com/office/drawing/2014/main" id="{308EA72E-9FD8-4137-AF70-2F45B4623A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fik 15" descr="Gerigi tunggal">
              <a:extLst>
                <a:ext uri="{FF2B5EF4-FFF2-40B4-BE49-F238E27FC236}">
                  <a16:creationId xmlns:a16="http://schemas.microsoft.com/office/drawing/2014/main" id="{7E5F03E5-E60E-40E5-996F-CE212FF642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fik 16" descr="Gerigi tunggal">
              <a:extLst>
                <a:ext uri="{FF2B5EF4-FFF2-40B4-BE49-F238E27FC236}">
                  <a16:creationId xmlns:a16="http://schemas.microsoft.com/office/drawing/2014/main" id="{7EB0518D-8C62-493A-B053-F7B2F41290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8" name="Gambar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Persegi panjang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1" name="Persegi panjang 10"/>
          <p:cNvSpPr/>
          <p:nvPr/>
        </p:nvSpPr>
        <p:spPr>
          <a:xfrm>
            <a:off x="13077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2137646" y="753228"/>
            <a:ext cx="9613861" cy="1080938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>
          <a:xfrm>
            <a:off x="9008306" y="5936187"/>
            <a:ext cx="2743200" cy="365125"/>
          </a:xfrm>
        </p:spPr>
        <p:txBody>
          <a:bodyPr rtlCol="0"/>
          <a:lstStyle/>
          <a:p>
            <a:pPr rtl="0"/>
            <a:fld id="{00B0CC84-9D03-4238-A504-5CADA91BA408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>
          <a:xfrm>
            <a:off x="2137646" y="5936188"/>
            <a:ext cx="6870660" cy="365125"/>
          </a:xfrm>
        </p:spPr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12"/>
          </p:nvPr>
        </p:nvSpPr>
        <p:spPr>
          <a:xfrm>
            <a:off x="156705" y="753227"/>
            <a:ext cx="1154151" cy="1090789"/>
          </a:xfrm>
        </p:spPr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  <p:sp>
        <p:nvSpPr>
          <p:cNvPr id="18" name="Tampungan Konten 2">
            <a:extLst>
              <a:ext uri="{FF2B5EF4-FFF2-40B4-BE49-F238E27FC236}">
                <a16:creationId xmlns:a16="http://schemas.microsoft.com/office/drawing/2014/main" id="{FD7CD5CF-F924-43C6-9C02-06FBC84A6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7644" y="2161725"/>
            <a:ext cx="9613861" cy="3702647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241318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 9">
            <a:extLst>
              <a:ext uri="{FF2B5EF4-FFF2-40B4-BE49-F238E27FC236}">
                <a16:creationId xmlns:a16="http://schemas.microsoft.com/office/drawing/2014/main" id="{1CA97C9F-27FA-4BCE-84C2-EA9C0347E974}"/>
              </a:ext>
            </a:extLst>
          </p:cNvPr>
          <p:cNvGrpSpPr/>
          <p:nvPr userDrawn="1"/>
        </p:nvGrpSpPr>
        <p:grpSpPr>
          <a:xfrm rot="5400000">
            <a:off x="227324" y="1282732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1" name="Grafik 10" descr="Gerigi tunggal">
              <a:extLst>
                <a:ext uri="{FF2B5EF4-FFF2-40B4-BE49-F238E27FC236}">
                  <a16:creationId xmlns:a16="http://schemas.microsoft.com/office/drawing/2014/main" id="{6EEB6AF8-1385-4805-8E97-CDE431030B0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2" name="Grafik 11" descr="Gerigi tunggal">
              <a:extLst>
                <a:ext uri="{FF2B5EF4-FFF2-40B4-BE49-F238E27FC236}">
                  <a16:creationId xmlns:a16="http://schemas.microsoft.com/office/drawing/2014/main" id="{1F08FE59-AC1A-4BF7-B9D5-7672C8C7D3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3" name="Grafik 12" descr="Gerigi tunggal">
              <a:extLst>
                <a:ext uri="{FF2B5EF4-FFF2-40B4-BE49-F238E27FC236}">
                  <a16:creationId xmlns:a16="http://schemas.microsoft.com/office/drawing/2014/main" id="{F44470E0-8B01-46E6-90F1-4B52CB3EFF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4" name="Grafik 13" descr="Gerigi tunggal">
              <a:extLst>
                <a:ext uri="{FF2B5EF4-FFF2-40B4-BE49-F238E27FC236}">
                  <a16:creationId xmlns:a16="http://schemas.microsoft.com/office/drawing/2014/main" id="{2FB2E216-0387-4DF4-A432-E877C96A7B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5" name="Grafik 14" descr="Gerigi tunggal">
              <a:extLst>
                <a:ext uri="{FF2B5EF4-FFF2-40B4-BE49-F238E27FC236}">
                  <a16:creationId xmlns:a16="http://schemas.microsoft.com/office/drawing/2014/main" id="{53685AA4-853C-46A8-8ADB-FA80FE59BF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6" name="Gambar 5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Gambar 6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Persegi panjang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9" name="Persegi panjang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Tampungan Tanggal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F1C188-4791-4D82-B58E-65CB4BFAA9B0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4" name="Tampungan Kaki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5" name="Tampungan Nomor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4199344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 9">
            <a:extLst>
              <a:ext uri="{FF2B5EF4-FFF2-40B4-BE49-F238E27FC236}">
                <a16:creationId xmlns:a16="http://schemas.microsoft.com/office/drawing/2014/main" id="{1CA97C9F-27FA-4BCE-84C2-EA9C0347E974}"/>
              </a:ext>
            </a:extLst>
          </p:cNvPr>
          <p:cNvGrpSpPr/>
          <p:nvPr userDrawn="1"/>
        </p:nvGrpSpPr>
        <p:grpSpPr>
          <a:xfrm rot="5400000">
            <a:off x="227324" y="1282732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1" name="Grafik 10" descr="Gerigi tunggal">
              <a:extLst>
                <a:ext uri="{FF2B5EF4-FFF2-40B4-BE49-F238E27FC236}">
                  <a16:creationId xmlns:a16="http://schemas.microsoft.com/office/drawing/2014/main" id="{6EEB6AF8-1385-4805-8E97-CDE431030B0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2" name="Grafik 11" descr="Gerigi tunggal">
              <a:extLst>
                <a:ext uri="{FF2B5EF4-FFF2-40B4-BE49-F238E27FC236}">
                  <a16:creationId xmlns:a16="http://schemas.microsoft.com/office/drawing/2014/main" id="{1F08FE59-AC1A-4BF7-B9D5-7672C8C7D3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3" name="Grafik 12" descr="Gerigi tunggal">
              <a:extLst>
                <a:ext uri="{FF2B5EF4-FFF2-40B4-BE49-F238E27FC236}">
                  <a16:creationId xmlns:a16="http://schemas.microsoft.com/office/drawing/2014/main" id="{F44470E0-8B01-46E6-90F1-4B52CB3EFF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4" name="Grafik 13" descr="Gerigi tunggal">
              <a:extLst>
                <a:ext uri="{FF2B5EF4-FFF2-40B4-BE49-F238E27FC236}">
                  <a16:creationId xmlns:a16="http://schemas.microsoft.com/office/drawing/2014/main" id="{2FB2E216-0387-4DF4-A432-E877C96A7B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5" name="Grafik 14" descr="Gerigi tunggal">
              <a:extLst>
                <a:ext uri="{FF2B5EF4-FFF2-40B4-BE49-F238E27FC236}">
                  <a16:creationId xmlns:a16="http://schemas.microsoft.com/office/drawing/2014/main" id="{53685AA4-853C-46A8-8ADB-FA80FE59BF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6" name="Gambar 5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Gambar 6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Persegi panjang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9" name="Persegi panjang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Tampungan Tanggal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0EE8E1-3497-4F8C-B988-E59EF80D46DE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4" name="Tampungan Kaki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5" name="Tampungan Nomor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  <p:sp>
        <p:nvSpPr>
          <p:cNvPr id="17" name="Tampungan Teks 16">
            <a:extLst>
              <a:ext uri="{FF2B5EF4-FFF2-40B4-BE49-F238E27FC236}">
                <a16:creationId xmlns:a16="http://schemas.microsoft.com/office/drawing/2014/main" id="{D683A405-3ADE-448E-893F-D3D2E11CCA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97819" y="2290763"/>
            <a:ext cx="8396362" cy="310038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6000"/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027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 6">
            <a:extLst>
              <a:ext uri="{FF2B5EF4-FFF2-40B4-BE49-F238E27FC236}">
                <a16:creationId xmlns:a16="http://schemas.microsoft.com/office/drawing/2014/main" id="{AC2D2AED-B2EF-46D8-BC7C-81AE25C80786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8" name="Grafik 7" descr="Gerigi tunggal">
              <a:extLst>
                <a:ext uri="{FF2B5EF4-FFF2-40B4-BE49-F238E27FC236}">
                  <a16:creationId xmlns:a16="http://schemas.microsoft.com/office/drawing/2014/main" id="{2F9289FC-9317-4EC5-8064-00D34185019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9" name="Grafik 8" descr="Gerigi tunggal">
              <a:extLst>
                <a:ext uri="{FF2B5EF4-FFF2-40B4-BE49-F238E27FC236}">
                  <a16:creationId xmlns:a16="http://schemas.microsoft.com/office/drawing/2014/main" id="{09784D29-4AB9-4581-A176-2BC2AD58F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0" name="Grafik 9" descr="Gerigi tunggal">
              <a:extLst>
                <a:ext uri="{FF2B5EF4-FFF2-40B4-BE49-F238E27FC236}">
                  <a16:creationId xmlns:a16="http://schemas.microsoft.com/office/drawing/2014/main" id="{25EF2775-3EFB-4A64-8FAF-4D8B56AE07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11" name="Grafik 10" descr="Gerigi tunggal">
              <a:extLst>
                <a:ext uri="{FF2B5EF4-FFF2-40B4-BE49-F238E27FC236}">
                  <a16:creationId xmlns:a16="http://schemas.microsoft.com/office/drawing/2014/main" id="{A34C11DA-4074-454D-800C-0FC5FBF1CD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5" name="Gambar 4" descr="HD-ShadowShort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Persegi panjang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Tampungan Tanggal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2794B7D-46C8-45D2-903F-EE32CAADB980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3" name="Tampungan Kaki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1735406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 16">
            <a:extLst>
              <a:ext uri="{FF2B5EF4-FFF2-40B4-BE49-F238E27FC236}">
                <a16:creationId xmlns:a16="http://schemas.microsoft.com/office/drawing/2014/main" id="{9F6BBB30-80DB-4A1B-9DD3-A090C4EF2F33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8" name="Grafik 17" descr="Gerigi tunggal">
              <a:extLst>
                <a:ext uri="{FF2B5EF4-FFF2-40B4-BE49-F238E27FC236}">
                  <a16:creationId xmlns:a16="http://schemas.microsoft.com/office/drawing/2014/main" id="{4FC3313D-A401-4847-ABED-CDF1803D067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9" name="Grafik 18" descr="Gerigi tunggal">
              <a:extLst>
                <a:ext uri="{FF2B5EF4-FFF2-40B4-BE49-F238E27FC236}">
                  <a16:creationId xmlns:a16="http://schemas.microsoft.com/office/drawing/2014/main" id="{62BA598A-71EC-4BD4-8924-8F16E990AF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0" name="Grafik 19" descr="Gerigi tunggal">
              <a:extLst>
                <a:ext uri="{FF2B5EF4-FFF2-40B4-BE49-F238E27FC236}">
                  <a16:creationId xmlns:a16="http://schemas.microsoft.com/office/drawing/2014/main" id="{2086399E-589B-48EE-B396-961A783106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1" name="Grafik 20" descr="Gerigi tunggal">
              <a:extLst>
                <a:ext uri="{FF2B5EF4-FFF2-40B4-BE49-F238E27FC236}">
                  <a16:creationId xmlns:a16="http://schemas.microsoft.com/office/drawing/2014/main" id="{F2A039E4-F69C-4905-B047-6891B77F8C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8" name="Gambar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Persegi panjang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1" name="Persegi panjang 10"/>
          <p:cNvSpPr/>
          <p:nvPr/>
        </p:nvSpPr>
        <p:spPr>
          <a:xfrm>
            <a:off x="-3554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2432921" y="753227"/>
            <a:ext cx="9613859" cy="108094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3" name="Tampungan Konten 2"/>
          <p:cNvSpPr>
            <a:spLocks noGrp="1"/>
          </p:cNvSpPr>
          <p:nvPr>
            <p:ph idx="1"/>
          </p:nvPr>
        </p:nvSpPr>
        <p:spPr>
          <a:xfrm>
            <a:off x="6438446" y="2336873"/>
            <a:ext cx="5608336" cy="3599313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/>
          </a:p>
        </p:txBody>
      </p:sp>
      <p:sp>
        <p:nvSpPr>
          <p:cNvPr id="4" name="Tampungan Teks 3"/>
          <p:cNvSpPr>
            <a:spLocks noGrp="1"/>
          </p:cNvSpPr>
          <p:nvPr>
            <p:ph type="body" sz="half" idx="2"/>
          </p:nvPr>
        </p:nvSpPr>
        <p:spPr>
          <a:xfrm>
            <a:off x="2432922" y="2336872"/>
            <a:ext cx="3790078" cy="3599317"/>
          </a:xfrm>
        </p:spPr>
        <p:txBody>
          <a:bodyPr rtlCol="0"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>
          <a:xfrm>
            <a:off x="9303581" y="5936187"/>
            <a:ext cx="2743200" cy="365125"/>
          </a:xfrm>
        </p:spPr>
        <p:txBody>
          <a:bodyPr rtlCol="0"/>
          <a:lstStyle/>
          <a:p>
            <a:pPr rtl="0"/>
            <a:fld id="{3D4A4C58-EE15-44E1-96A8-0652D10237A0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>
          <a:xfrm>
            <a:off x="2432921" y="5936188"/>
            <a:ext cx="6870660" cy="365125"/>
          </a:xfrm>
        </p:spPr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12"/>
          </p:nvPr>
        </p:nvSpPr>
        <p:spPr>
          <a:xfrm>
            <a:off x="140074" y="753227"/>
            <a:ext cx="1154151" cy="1090789"/>
          </a:xfrm>
        </p:spPr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3220702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 16">
            <a:extLst>
              <a:ext uri="{FF2B5EF4-FFF2-40B4-BE49-F238E27FC236}">
                <a16:creationId xmlns:a16="http://schemas.microsoft.com/office/drawing/2014/main" id="{9F6BBB30-80DB-4A1B-9DD3-A090C4EF2F33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8" name="Grafik 17" descr="Gerigi tunggal">
              <a:extLst>
                <a:ext uri="{FF2B5EF4-FFF2-40B4-BE49-F238E27FC236}">
                  <a16:creationId xmlns:a16="http://schemas.microsoft.com/office/drawing/2014/main" id="{4FC3313D-A401-4847-ABED-CDF1803D067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9" name="Grafik 18" descr="Gerigi tunggal">
              <a:extLst>
                <a:ext uri="{FF2B5EF4-FFF2-40B4-BE49-F238E27FC236}">
                  <a16:creationId xmlns:a16="http://schemas.microsoft.com/office/drawing/2014/main" id="{62BA598A-71EC-4BD4-8924-8F16E990AF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0" name="Grafik 19" descr="Gerigi tunggal">
              <a:extLst>
                <a:ext uri="{FF2B5EF4-FFF2-40B4-BE49-F238E27FC236}">
                  <a16:creationId xmlns:a16="http://schemas.microsoft.com/office/drawing/2014/main" id="{2086399E-589B-48EE-B396-961A783106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1" name="Grafik 20" descr="Gerigi tunggal">
              <a:extLst>
                <a:ext uri="{FF2B5EF4-FFF2-40B4-BE49-F238E27FC236}">
                  <a16:creationId xmlns:a16="http://schemas.microsoft.com/office/drawing/2014/main" id="{F2A039E4-F69C-4905-B047-6891B77F8C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8" name="Gambar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Persegi panjang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1" name="Persegi panjang 10"/>
          <p:cNvSpPr/>
          <p:nvPr/>
        </p:nvSpPr>
        <p:spPr>
          <a:xfrm>
            <a:off x="-3554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2432921" y="753227"/>
            <a:ext cx="9613859" cy="108094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4" name="Tampungan Teks 3"/>
          <p:cNvSpPr>
            <a:spLocks noGrp="1"/>
          </p:cNvSpPr>
          <p:nvPr>
            <p:ph type="body" sz="half" idx="2"/>
          </p:nvPr>
        </p:nvSpPr>
        <p:spPr>
          <a:xfrm>
            <a:off x="2432922" y="2336872"/>
            <a:ext cx="2620817" cy="3599317"/>
          </a:xfrm>
        </p:spPr>
        <p:txBody>
          <a:bodyPr rtlCol="0"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>
          <a:xfrm>
            <a:off x="9303581" y="5936187"/>
            <a:ext cx="2743200" cy="365125"/>
          </a:xfrm>
        </p:spPr>
        <p:txBody>
          <a:bodyPr rtlCol="0"/>
          <a:lstStyle/>
          <a:p>
            <a:pPr rtl="0"/>
            <a:fld id="{566AF8CA-E75C-4F98-BCBD-AE104BEAC5B6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>
          <a:xfrm>
            <a:off x="2432921" y="5936188"/>
            <a:ext cx="6870660" cy="365125"/>
          </a:xfrm>
        </p:spPr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12"/>
          </p:nvPr>
        </p:nvSpPr>
        <p:spPr>
          <a:xfrm>
            <a:off x="140074" y="753227"/>
            <a:ext cx="1154151" cy="1090789"/>
          </a:xfrm>
        </p:spPr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  <p:sp>
        <p:nvSpPr>
          <p:cNvPr id="16" name="Tampungan Gambar 2">
            <a:extLst>
              <a:ext uri="{FF2B5EF4-FFF2-40B4-BE49-F238E27FC236}">
                <a16:creationId xmlns:a16="http://schemas.microsoft.com/office/drawing/2014/main" id="{5E59F855-D2A7-4662-804E-17B59CD1A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13022" y="2327474"/>
            <a:ext cx="6833757" cy="3608712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2275739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mbar Panorama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ambar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Gambar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Persegi panjang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1" name="Persegi panjang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1090482"/>
          </a:xfrm>
        </p:spPr>
        <p:txBody>
          <a:bodyPr rtlCol="0" anchor="ctr" anchorCtr="0">
            <a:normAutofit/>
          </a:bodyPr>
          <a:lstStyle>
            <a:lvl1pPr>
              <a:defRPr sz="2400"/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C31278F-7562-46DD-8AC2-C2800210EBCC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  <p:sp>
        <p:nvSpPr>
          <p:cNvPr id="13" name="Tempat Penampung SmartArt 12">
            <a:extLst>
              <a:ext uri="{FF2B5EF4-FFF2-40B4-BE49-F238E27FC236}">
                <a16:creationId xmlns:a16="http://schemas.microsoft.com/office/drawing/2014/main" id="{DBD7FBFD-679C-4A5B-A176-220004B60453}"/>
              </a:ext>
            </a:extLst>
          </p:cNvPr>
          <p:cNvSpPr>
            <a:spLocks noGrp="1"/>
          </p:cNvSpPr>
          <p:nvPr>
            <p:ph type="dgm" sz="quarter" idx="13" hasCustomPrompt="1"/>
          </p:nvPr>
        </p:nvSpPr>
        <p:spPr>
          <a:xfrm>
            <a:off x="680321" y="386862"/>
            <a:ext cx="9614617" cy="3867638"/>
          </a:xfrm>
        </p:spPr>
        <p:txBody>
          <a:bodyPr rtlCol="0"/>
          <a:lstStyle/>
          <a:p>
            <a:pPr rtl="0"/>
            <a:r>
              <a:rPr lang="id-ID" noProof="0"/>
              <a:t>Klik ikon untuk menambahkan grafik SmartArt</a:t>
            </a:r>
          </a:p>
        </p:txBody>
      </p:sp>
    </p:spTree>
    <p:extLst>
      <p:ext uri="{BB962C8B-B14F-4D97-AF65-F5344CB8AC3E}">
        <p14:creationId xmlns:p14="http://schemas.microsoft.com/office/powerpoint/2010/main" val="3525996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 d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 11">
            <a:extLst>
              <a:ext uri="{FF2B5EF4-FFF2-40B4-BE49-F238E27FC236}">
                <a16:creationId xmlns:a16="http://schemas.microsoft.com/office/drawing/2014/main" id="{22B243BA-55F2-42F1-B294-0EB708FCD888}"/>
              </a:ext>
            </a:extLst>
          </p:cNvPr>
          <p:cNvGrpSpPr/>
          <p:nvPr userDrawn="1"/>
        </p:nvGrpSpPr>
        <p:grpSpPr>
          <a:xfrm rot="10800000">
            <a:off x="108452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fik 12" descr="Gerigi tunggal">
              <a:extLst>
                <a:ext uri="{FF2B5EF4-FFF2-40B4-BE49-F238E27FC236}">
                  <a16:creationId xmlns:a16="http://schemas.microsoft.com/office/drawing/2014/main" id="{46408269-63CF-4017-AC0D-C35B044D307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fik 13" descr="Gerigi tunggal">
              <a:extLst>
                <a:ext uri="{FF2B5EF4-FFF2-40B4-BE49-F238E27FC236}">
                  <a16:creationId xmlns:a16="http://schemas.microsoft.com/office/drawing/2014/main" id="{7A3695B4-ADE3-45A9-8119-67D5F83A8C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fik 14" descr="Gerigi tunggal">
              <a:extLst>
                <a:ext uri="{FF2B5EF4-FFF2-40B4-BE49-F238E27FC236}">
                  <a16:creationId xmlns:a16="http://schemas.microsoft.com/office/drawing/2014/main" id="{6B8F0030-0551-4558-8533-64D2E4838D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fik 15" descr="Gerigi tunggal">
              <a:extLst>
                <a:ext uri="{FF2B5EF4-FFF2-40B4-BE49-F238E27FC236}">
                  <a16:creationId xmlns:a16="http://schemas.microsoft.com/office/drawing/2014/main" id="{59607E3E-29E0-44E4-899A-0955FA4D36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fik 16" descr="Gerigi tunggal">
              <a:extLst>
                <a:ext uri="{FF2B5EF4-FFF2-40B4-BE49-F238E27FC236}">
                  <a16:creationId xmlns:a16="http://schemas.microsoft.com/office/drawing/2014/main" id="{AD4251FC-462A-4B83-9F84-2358E52E31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8" name="Gambar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Gambar 8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Persegi panjang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1" name="Persegi panjang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rtlCol="0" anchor="ctr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4" name="Tampungan Teks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rtlCol="0"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CEBD56-4BDB-4943-959F-C28486A7B827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2514006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utipa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 17">
            <a:extLst>
              <a:ext uri="{FF2B5EF4-FFF2-40B4-BE49-F238E27FC236}">
                <a16:creationId xmlns:a16="http://schemas.microsoft.com/office/drawing/2014/main" id="{D7FCAB52-C8F0-4659-9B95-C792632631CE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9" name="Grafik 18" descr="Gerigi tunggal">
              <a:extLst>
                <a:ext uri="{FF2B5EF4-FFF2-40B4-BE49-F238E27FC236}">
                  <a16:creationId xmlns:a16="http://schemas.microsoft.com/office/drawing/2014/main" id="{5E98770F-9E46-4F69-9A76-F671813AF57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20" name="Grafik 19" descr="Gerigi tunggal">
              <a:extLst>
                <a:ext uri="{FF2B5EF4-FFF2-40B4-BE49-F238E27FC236}">
                  <a16:creationId xmlns:a16="http://schemas.microsoft.com/office/drawing/2014/main" id="{F08BF8CF-C3C2-4767-B88B-DE07E6A628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1" name="Grafik 20" descr="Gerigi tunggal">
              <a:extLst>
                <a:ext uri="{FF2B5EF4-FFF2-40B4-BE49-F238E27FC236}">
                  <a16:creationId xmlns:a16="http://schemas.microsoft.com/office/drawing/2014/main" id="{E63AFEB7-4AAE-448E-8B0B-C2F2287771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2" name="Grafik 21" descr="Gerigi tunggal">
              <a:extLst>
                <a:ext uri="{FF2B5EF4-FFF2-40B4-BE49-F238E27FC236}">
                  <a16:creationId xmlns:a16="http://schemas.microsoft.com/office/drawing/2014/main" id="{E279C731-1AAF-453A-94B0-6CC2920395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1" name="Gambar 10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Gambar 12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Persegi panjang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5" name="Persegi panjang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rtlCol="0" anchor="ctr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12" name="Tampungan Teks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Tampungan Teks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D9E3F9-DB84-43F2-9680-F1166C50163B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  <p:sp>
        <p:nvSpPr>
          <p:cNvPr id="16" name="Kotak Teks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id-ID" sz="72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Kotak Teks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id-ID" sz="7200" noProof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132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u N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 9">
            <a:extLst>
              <a:ext uri="{FF2B5EF4-FFF2-40B4-BE49-F238E27FC236}">
                <a16:creationId xmlns:a16="http://schemas.microsoft.com/office/drawing/2014/main" id="{8CB2BD5A-C0EC-4AC1-BBF1-851D8321B964}"/>
              </a:ext>
            </a:extLst>
          </p:cNvPr>
          <p:cNvGrpSpPr/>
          <p:nvPr userDrawn="1"/>
        </p:nvGrpSpPr>
        <p:grpSpPr>
          <a:xfrm rot="5400000">
            <a:off x="188826" y="1282475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fik 12" descr="Gerigi tunggal">
              <a:extLst>
                <a:ext uri="{FF2B5EF4-FFF2-40B4-BE49-F238E27FC236}">
                  <a16:creationId xmlns:a16="http://schemas.microsoft.com/office/drawing/2014/main" id="{538A56DB-6938-460F-9BB3-A0A34C234B3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fik 13" descr="Gerigi tunggal">
              <a:extLst>
                <a:ext uri="{FF2B5EF4-FFF2-40B4-BE49-F238E27FC236}">
                  <a16:creationId xmlns:a16="http://schemas.microsoft.com/office/drawing/2014/main" id="{E2A1D679-9D00-4DC7-82EC-B6C33270E7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fik 14" descr="Gerigi tunggal">
              <a:extLst>
                <a:ext uri="{FF2B5EF4-FFF2-40B4-BE49-F238E27FC236}">
                  <a16:creationId xmlns:a16="http://schemas.microsoft.com/office/drawing/2014/main" id="{8DFB6E86-77FA-4731-B7FA-5A63254A3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fik 15" descr="Gerigi tunggal">
              <a:extLst>
                <a:ext uri="{FF2B5EF4-FFF2-40B4-BE49-F238E27FC236}">
                  <a16:creationId xmlns:a16="http://schemas.microsoft.com/office/drawing/2014/main" id="{982D40F0-DDB8-45E0-B9D1-5964842C73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fik 16" descr="Gerigi tunggal">
              <a:extLst>
                <a:ext uri="{FF2B5EF4-FFF2-40B4-BE49-F238E27FC236}">
                  <a16:creationId xmlns:a16="http://schemas.microsoft.com/office/drawing/2014/main" id="{D744A42C-4948-489C-8EB2-12C65C47E9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9" name="Gambar 8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189" y="5928628"/>
            <a:ext cx="10437812" cy="321164"/>
          </a:xfrm>
          <a:prstGeom prst="rect">
            <a:avLst/>
          </a:prstGeom>
        </p:spPr>
      </p:pic>
      <p:sp>
        <p:nvSpPr>
          <p:cNvPr id="11" name="Persegi panjang 10"/>
          <p:cNvSpPr/>
          <p:nvPr/>
        </p:nvSpPr>
        <p:spPr bwMode="ltGray">
          <a:xfrm>
            <a:off x="1754188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2" name="Persegi panjang 11"/>
          <p:cNvSpPr/>
          <p:nvPr/>
        </p:nvSpPr>
        <p:spPr>
          <a:xfrm>
            <a:off x="-4931" y="4556102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2177332" y="4711615"/>
            <a:ext cx="9613862" cy="5885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4" name="Tampungan Teks 3"/>
          <p:cNvSpPr>
            <a:spLocks noGrp="1"/>
          </p:cNvSpPr>
          <p:nvPr>
            <p:ph type="body" sz="half" idx="2"/>
          </p:nvPr>
        </p:nvSpPr>
        <p:spPr>
          <a:xfrm>
            <a:off x="2177333" y="5300149"/>
            <a:ext cx="9613862" cy="502255"/>
          </a:xfrm>
        </p:spPr>
        <p:txBody>
          <a:bodyPr rtlCol="0"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>
          <a:xfrm>
            <a:off x="9047994" y="5936187"/>
            <a:ext cx="2743200" cy="365125"/>
          </a:xfrm>
        </p:spPr>
        <p:txBody>
          <a:bodyPr rtlCol="0"/>
          <a:lstStyle/>
          <a:p>
            <a:pPr rtl="0"/>
            <a:fld id="{A072618D-FAF5-4AB2-8F17-815DD26C2662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>
          <a:xfrm>
            <a:off x="2177334" y="5936188"/>
            <a:ext cx="6870660" cy="365125"/>
          </a:xfrm>
        </p:spPr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12"/>
          </p:nvPr>
        </p:nvSpPr>
        <p:spPr>
          <a:xfrm>
            <a:off x="138697" y="4698039"/>
            <a:ext cx="1154151" cy="1090789"/>
          </a:xfrm>
        </p:spPr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1568936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 22">
            <a:extLst>
              <a:ext uri="{FF2B5EF4-FFF2-40B4-BE49-F238E27FC236}">
                <a16:creationId xmlns:a16="http://schemas.microsoft.com/office/drawing/2014/main" id="{BFC60FB4-27C2-4896-9B64-2DFE33815CE2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24" name="Grafik 23" descr="Gerigi tunggal">
              <a:extLst>
                <a:ext uri="{FF2B5EF4-FFF2-40B4-BE49-F238E27FC236}">
                  <a16:creationId xmlns:a16="http://schemas.microsoft.com/office/drawing/2014/main" id="{EE89D477-BED5-4149-965A-0C122D97A01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25" name="Grafik 24" descr="Gerigi tunggal">
              <a:extLst>
                <a:ext uri="{FF2B5EF4-FFF2-40B4-BE49-F238E27FC236}">
                  <a16:creationId xmlns:a16="http://schemas.microsoft.com/office/drawing/2014/main" id="{5CCE09A4-D09F-43A2-8459-2E9D3E9602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6" name="Grafik 25" descr="Gerigi tunggal">
              <a:extLst>
                <a:ext uri="{FF2B5EF4-FFF2-40B4-BE49-F238E27FC236}">
                  <a16:creationId xmlns:a16="http://schemas.microsoft.com/office/drawing/2014/main" id="{9A46A1B3-2A0B-4FFE-AE15-A11187E43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7" name="Grafik 26" descr="Gerigi tunggal">
              <a:extLst>
                <a:ext uri="{FF2B5EF4-FFF2-40B4-BE49-F238E27FC236}">
                  <a16:creationId xmlns:a16="http://schemas.microsoft.com/office/drawing/2014/main" id="{D4F4A02A-94BC-4984-A372-3B77FC854C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3" name="Gambar 12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Gambar 13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Persegi panjang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7" name="Persegi panjang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5" name="Judul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7" name="Tampungan Teks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ampungan Teks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9" name="Tampungan Teks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" name="Tampungan Teks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ampungan Teks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ampungan Teks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Tampungan Tanggal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73BD5B-9027-4126-8C94-96CD70FBAFF5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4" name="Tampungan Kaki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5" name="Tampungan Nomor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32528377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 17">
            <a:extLst>
              <a:ext uri="{FF2B5EF4-FFF2-40B4-BE49-F238E27FC236}">
                <a16:creationId xmlns:a16="http://schemas.microsoft.com/office/drawing/2014/main" id="{D1F89FDF-9788-47AD-B230-0314E7C8D087}"/>
              </a:ext>
            </a:extLst>
          </p:cNvPr>
          <p:cNvGrpSpPr/>
          <p:nvPr userDrawn="1"/>
        </p:nvGrpSpPr>
        <p:grpSpPr>
          <a:xfrm rot="10800000">
            <a:off x="99308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9" name="Grafik 18" descr="Gerigi tunggal">
              <a:extLst>
                <a:ext uri="{FF2B5EF4-FFF2-40B4-BE49-F238E27FC236}">
                  <a16:creationId xmlns:a16="http://schemas.microsoft.com/office/drawing/2014/main" id="{9CD6B783-A97E-437E-B4E2-F7D761F0A2E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20" name="Grafik 19" descr="Gerigi tunggal">
              <a:extLst>
                <a:ext uri="{FF2B5EF4-FFF2-40B4-BE49-F238E27FC236}">
                  <a16:creationId xmlns:a16="http://schemas.microsoft.com/office/drawing/2014/main" id="{4699BB72-0480-4165-8D15-316CEED8CE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21" name="Grafik 20" descr="Gerigi tunggal">
              <a:extLst>
                <a:ext uri="{FF2B5EF4-FFF2-40B4-BE49-F238E27FC236}">
                  <a16:creationId xmlns:a16="http://schemas.microsoft.com/office/drawing/2014/main" id="{685C07D9-1911-4085-8555-C992A61B10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22" name="Grafik 21" descr="Gerigi tunggal">
              <a:extLst>
                <a:ext uri="{FF2B5EF4-FFF2-40B4-BE49-F238E27FC236}">
                  <a16:creationId xmlns:a16="http://schemas.microsoft.com/office/drawing/2014/main" id="{D621B3C3-2371-4ED0-BC1D-87AABF852B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23" name="Grafik 22" descr="Gerigi tunggal">
              <a:extLst>
                <a:ext uri="{FF2B5EF4-FFF2-40B4-BE49-F238E27FC236}">
                  <a16:creationId xmlns:a16="http://schemas.microsoft.com/office/drawing/2014/main" id="{D7D15287-50FE-4441-BA06-D454D73F7E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13" name="Gambar 12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76" y="1970240"/>
            <a:ext cx="10437812" cy="321164"/>
          </a:xfrm>
          <a:prstGeom prst="rect">
            <a:avLst/>
          </a:prstGeom>
        </p:spPr>
      </p:pic>
      <p:pic>
        <p:nvPicPr>
          <p:cNvPr id="14" name="Gambar 13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Persegi panjang 15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7" name="Persegi panjang 16"/>
          <p:cNvSpPr/>
          <p:nvPr/>
        </p:nvSpPr>
        <p:spPr>
          <a:xfrm>
            <a:off x="13077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3" name="Tampungan Tanggal 2"/>
          <p:cNvSpPr>
            <a:spLocks noGrp="1"/>
          </p:cNvSpPr>
          <p:nvPr>
            <p:ph type="dt" sz="half" idx="10"/>
          </p:nvPr>
        </p:nvSpPr>
        <p:spPr>
          <a:xfrm>
            <a:off x="8989256" y="5936187"/>
            <a:ext cx="2743200" cy="365125"/>
          </a:xfrm>
        </p:spPr>
        <p:txBody>
          <a:bodyPr rtlCol="0"/>
          <a:lstStyle/>
          <a:p>
            <a:pPr rtl="0"/>
            <a:fld id="{AD538591-3B35-4902-95C0-5147088A67E7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4" name="Tampungan Kaki 3"/>
          <p:cNvSpPr>
            <a:spLocks noGrp="1"/>
          </p:cNvSpPr>
          <p:nvPr>
            <p:ph type="ftr" sz="quarter" idx="11"/>
          </p:nvPr>
        </p:nvSpPr>
        <p:spPr>
          <a:xfrm>
            <a:off x="2118596" y="5936188"/>
            <a:ext cx="6870660" cy="365125"/>
          </a:xfrm>
        </p:spPr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5" name="Tampungan Nomor Slide 4"/>
          <p:cNvSpPr>
            <a:spLocks noGrp="1"/>
          </p:cNvSpPr>
          <p:nvPr>
            <p:ph type="sldNum" sz="quarter" idx="12"/>
          </p:nvPr>
        </p:nvSpPr>
        <p:spPr>
          <a:xfrm>
            <a:off x="140493" y="748304"/>
            <a:ext cx="1154151" cy="1090789"/>
          </a:xfrm>
        </p:spPr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  <p:cxnSp>
        <p:nvCxnSpPr>
          <p:cNvPr id="33" name="Konektor Lurus 32">
            <a:extLst>
              <a:ext uri="{FF2B5EF4-FFF2-40B4-BE49-F238E27FC236}">
                <a16:creationId xmlns:a16="http://schemas.microsoft.com/office/drawing/2014/main" id="{2664D24B-EA78-4E18-9226-569365267E5E}"/>
              </a:ext>
            </a:extLst>
          </p:cNvPr>
          <p:cNvCxnSpPr/>
          <p:nvPr userDrawn="1"/>
        </p:nvCxnSpPr>
        <p:spPr>
          <a:xfrm>
            <a:off x="8571139" y="969699"/>
            <a:ext cx="0" cy="648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Judul 1">
            <a:extLst>
              <a:ext uri="{FF2B5EF4-FFF2-40B4-BE49-F238E27FC236}">
                <a16:creationId xmlns:a16="http://schemas.microsoft.com/office/drawing/2014/main" id="{5BE17E03-04A7-46ED-8623-88DFFD7E30B0}"/>
              </a:ext>
            </a:extLst>
          </p:cNvPr>
          <p:cNvSpPr txBox="1">
            <a:spLocks/>
          </p:cNvSpPr>
          <p:nvPr userDrawn="1"/>
        </p:nvSpPr>
        <p:spPr>
          <a:xfrm>
            <a:off x="2106131" y="790252"/>
            <a:ext cx="3060802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endParaRPr lang="id-ID" sz="2400" noProof="0"/>
          </a:p>
        </p:txBody>
      </p:sp>
      <p:cxnSp>
        <p:nvCxnSpPr>
          <p:cNvPr id="38" name="Konektor Lurus 37">
            <a:extLst>
              <a:ext uri="{FF2B5EF4-FFF2-40B4-BE49-F238E27FC236}">
                <a16:creationId xmlns:a16="http://schemas.microsoft.com/office/drawing/2014/main" id="{A3840076-AFCB-4C84-8E23-85DAD3CBEF3E}"/>
              </a:ext>
            </a:extLst>
          </p:cNvPr>
          <p:cNvCxnSpPr/>
          <p:nvPr userDrawn="1"/>
        </p:nvCxnSpPr>
        <p:spPr>
          <a:xfrm>
            <a:off x="5294539" y="969699"/>
            <a:ext cx="0" cy="648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Judul 50">
            <a:extLst>
              <a:ext uri="{FF2B5EF4-FFF2-40B4-BE49-F238E27FC236}">
                <a16:creationId xmlns:a16="http://schemas.microsoft.com/office/drawing/2014/main" id="{BBA20603-8433-4B38-976F-F18CF78D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132" y="735087"/>
            <a:ext cx="3060802" cy="1080938"/>
          </a:xfrm>
        </p:spPr>
        <p:txBody>
          <a:bodyPr rtlCol="0" anchor="ctr" anchorCtr="0"/>
          <a:lstStyle>
            <a:lvl1pPr algn="ctr">
              <a:defRPr/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 dirty="0"/>
          </a:p>
        </p:txBody>
      </p:sp>
      <p:sp>
        <p:nvSpPr>
          <p:cNvPr id="53" name="Tampungan Teks 52">
            <a:extLst>
              <a:ext uri="{FF2B5EF4-FFF2-40B4-BE49-F238E27FC236}">
                <a16:creationId xmlns:a16="http://schemas.microsoft.com/office/drawing/2014/main" id="{EF340F6C-3335-49B0-AE89-7103CA6A7F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4611" y="735013"/>
            <a:ext cx="3060700" cy="1081087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3600">
                <a:latin typeface="+mj-lt"/>
              </a:defRPr>
            </a:lvl1pPr>
            <a:lvl2pPr>
              <a:defRPr sz="3600">
                <a:latin typeface="+mj-lt"/>
              </a:defRPr>
            </a:lvl2pPr>
            <a:lvl3pPr>
              <a:defRPr sz="3600">
                <a:latin typeface="+mj-lt"/>
              </a:defRPr>
            </a:lvl3pPr>
            <a:lvl4pPr>
              <a:defRPr sz="3600">
                <a:latin typeface="+mj-lt"/>
              </a:defRPr>
            </a:lvl4pPr>
            <a:lvl5pPr>
              <a:defRPr sz="3600">
                <a:latin typeface="+mj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5" name="Tampungan Teks 54">
            <a:extLst>
              <a:ext uri="{FF2B5EF4-FFF2-40B4-BE49-F238E27FC236}">
                <a16:creationId xmlns:a16="http://schemas.microsoft.com/office/drawing/2014/main" id="{1F0AD31D-2FFB-40A9-96C2-F4EE3869BC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62988" y="746125"/>
            <a:ext cx="3070225" cy="1058862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3600">
                <a:latin typeface="+mj-lt"/>
              </a:defRPr>
            </a:lvl1pPr>
            <a:lvl2pPr algn="ctr">
              <a:defRPr sz="3600">
                <a:latin typeface="+mj-lt"/>
              </a:defRPr>
            </a:lvl2pPr>
            <a:lvl3pPr algn="ctr">
              <a:defRPr sz="3600">
                <a:latin typeface="+mj-lt"/>
              </a:defRPr>
            </a:lvl3pPr>
            <a:lvl4pPr algn="ctr">
              <a:defRPr sz="3600">
                <a:latin typeface="+mj-lt"/>
              </a:defRPr>
            </a:lvl4pPr>
            <a:lvl5pPr algn="ctr">
              <a:defRPr sz="3600">
                <a:latin typeface="+mj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7" name="Tampungan Konten 56">
            <a:extLst>
              <a:ext uri="{FF2B5EF4-FFF2-40B4-BE49-F238E27FC236}">
                <a16:creationId xmlns:a16="http://schemas.microsoft.com/office/drawing/2014/main" id="{52B689E9-5B4C-4CC0-AAA4-847EB66C330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106131" y="2116138"/>
            <a:ext cx="3060802" cy="3713162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58" name="Tampungan Konten 56">
            <a:extLst>
              <a:ext uri="{FF2B5EF4-FFF2-40B4-BE49-F238E27FC236}">
                <a16:creationId xmlns:a16="http://schemas.microsoft.com/office/drawing/2014/main" id="{1D5202CC-08D0-4157-9CB3-AA1EF4A2C85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384611" y="2103211"/>
            <a:ext cx="3060802" cy="3713162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59" name="Tampungan Konten 56">
            <a:extLst>
              <a:ext uri="{FF2B5EF4-FFF2-40B4-BE49-F238E27FC236}">
                <a16:creationId xmlns:a16="http://schemas.microsoft.com/office/drawing/2014/main" id="{7BE8E782-50B7-4C4E-BEA5-DDA27E0F681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659892" y="2097613"/>
            <a:ext cx="3060802" cy="3713162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27253014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 Gambar">
    <p:bg bwMode="blackWhite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 27">
            <a:extLst>
              <a:ext uri="{FF2B5EF4-FFF2-40B4-BE49-F238E27FC236}">
                <a16:creationId xmlns:a16="http://schemas.microsoft.com/office/drawing/2014/main" id="{2C074DF2-6D4F-4B58-A82E-6322DB69A6CC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242297"/>
            <a:chOff x="7232499" y="-159283"/>
            <a:chExt cx="4959501" cy="5242297"/>
          </a:xfrm>
          <a:solidFill>
            <a:srgbClr val="76280B">
              <a:alpha val="60000"/>
            </a:srgbClr>
          </a:solidFill>
        </p:grpSpPr>
        <p:pic>
          <p:nvPicPr>
            <p:cNvPr id="29" name="Grafik 28" descr="Gerigi tunggal">
              <a:extLst>
                <a:ext uri="{FF2B5EF4-FFF2-40B4-BE49-F238E27FC236}">
                  <a16:creationId xmlns:a16="http://schemas.microsoft.com/office/drawing/2014/main" id="{B9A8CB2C-0A50-43EC-A2C7-F536FF84DE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31" name="Grafik 30" descr="Gerigi tunggal">
              <a:extLst>
                <a:ext uri="{FF2B5EF4-FFF2-40B4-BE49-F238E27FC236}">
                  <a16:creationId xmlns:a16="http://schemas.microsoft.com/office/drawing/2014/main" id="{71F3D36D-2C1A-4D06-A27F-6A64AA1188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32" name="Grafik 31" descr="Gerigi tunggal">
              <a:extLst>
                <a:ext uri="{FF2B5EF4-FFF2-40B4-BE49-F238E27FC236}">
                  <a16:creationId xmlns:a16="http://schemas.microsoft.com/office/drawing/2014/main" id="{61F0F601-D5AC-45C0-92B6-2376085B0D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203014"/>
              <a:ext cx="2880000" cy="2880000"/>
            </a:xfrm>
            <a:prstGeom prst="rect">
              <a:avLst/>
            </a:prstGeom>
          </p:spPr>
        </p:pic>
        <p:pic>
          <p:nvPicPr>
            <p:cNvPr id="33" name="Grafik 32" descr="Gerigi tunggal">
              <a:extLst>
                <a:ext uri="{FF2B5EF4-FFF2-40B4-BE49-F238E27FC236}">
                  <a16:creationId xmlns:a16="http://schemas.microsoft.com/office/drawing/2014/main" id="{DE792A6A-B423-4979-BD59-4CD4A74069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5" name="Gambar 14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Gambar 15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Persegi panjang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18" name="Persegi panjang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d-ID"/>
          </a:p>
        </p:txBody>
      </p:sp>
      <p:sp>
        <p:nvSpPr>
          <p:cNvPr id="30" name="Judul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d-ID" noProof="0"/>
          </a:p>
        </p:txBody>
      </p:sp>
      <p:sp>
        <p:nvSpPr>
          <p:cNvPr id="19" name="Tampungan Teks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Tampungan Gamba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21" name="Tampungan Teks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Tampungan Teks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Tampungan Gamba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24" name="Tampungan Teks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Tampungan Teks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ampungan Gamba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 noProof="0"/>
              <a:t>Click icon to add picture</a:t>
            </a:r>
            <a:endParaRPr lang="id-ID" noProof="0"/>
          </a:p>
        </p:txBody>
      </p:sp>
      <p:sp>
        <p:nvSpPr>
          <p:cNvPr id="27" name="Tampungan Teks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Tampungan Tanggal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DD7F1A-12C6-4DE0-BB6D-16571C2A99A8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4" name="Tampungan Kaki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5" name="Tampungan Nomor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202556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ambar 6" descr="hashOverlay-FullResolve.png"/>
          <p:cNvPicPr>
            <a:picLocks noChangeAspect="1"/>
          </p:cNvPicPr>
          <p:nvPr/>
        </p:nvPicPr>
        <p:blipFill>
          <a:blip r:embed="rId21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ampungan Judul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id-ID" noProof="0"/>
              <a:t>Klik untuk mengedit gaya judul Master</a:t>
            </a:r>
          </a:p>
        </p:txBody>
      </p:sp>
      <p:sp>
        <p:nvSpPr>
          <p:cNvPr id="3" name="Tampungan Teks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id-ID" noProof="0"/>
              <a:t>Klik untuk edit gaya teks Master</a:t>
            </a:r>
          </a:p>
          <a:p>
            <a:pPr lvl="1" rtl="0"/>
            <a:r>
              <a:rPr lang="id-ID" noProof="0"/>
              <a:t>Tingkat kedua</a:t>
            </a:r>
          </a:p>
          <a:p>
            <a:pPr lvl="2" rtl="0"/>
            <a:r>
              <a:rPr lang="id-ID" noProof="0"/>
              <a:t>Tingkat ketiga</a:t>
            </a:r>
          </a:p>
          <a:p>
            <a:pPr lvl="3" rtl="0"/>
            <a:r>
              <a:rPr lang="id-ID" noProof="0"/>
              <a:t>Tingkat keempat</a:t>
            </a:r>
          </a:p>
          <a:p>
            <a:pPr lvl="4" rtl="0"/>
            <a:r>
              <a:rPr lang="id-ID" noProof="0"/>
              <a:t>Tingkat kelima</a:t>
            </a:r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8FFC963-EB0E-4D7C-A7C7-1DA7DACA8E08}" type="datetime1">
              <a:rPr lang="id-ID" noProof="0" smtClean="0"/>
              <a:t>10/11/2025</a:t>
            </a:fld>
            <a:endParaRPr lang="id-ID" noProof="0"/>
          </a:p>
        </p:txBody>
      </p:sp>
      <p:sp>
        <p:nvSpPr>
          <p:cNvPr id="5" name="Tampungan Kaki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d-ID" noProof="0"/>
              <a:t>Tambahkan footer</a:t>
            </a:r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3FA76C-C565-46B6-8652-D75785E2521F}" type="slidenum">
              <a:rPr lang="id-ID" noProof="0" smtClean="0"/>
              <a:t>‹#›</a:t>
            </a:fld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383226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9" r:id="rId5"/>
    <p:sldLayoutId id="2147483665" r:id="rId6"/>
    <p:sldLayoutId id="2147483680" r:id="rId7"/>
    <p:sldLayoutId id="2147483666" r:id="rId8"/>
    <p:sldLayoutId id="2147483682" r:id="rId9"/>
    <p:sldLayoutId id="2147483667" r:id="rId10"/>
    <p:sldLayoutId id="2147483668" r:id="rId11"/>
    <p:sldLayoutId id="2147483681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8" r:id="rId18"/>
    <p:sldLayoutId id="2147483675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B98BBFB-4314-436C-A688-96F483D693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 anchor="ctr" anchorCtr="0"/>
          <a:lstStyle/>
          <a:p>
            <a:pPr rtl="0"/>
            <a:r>
              <a:rPr lang="en-US" sz="3200" dirty="0"/>
              <a:t>Machine learning-based B2C software project success prediction model in Indonesia</a:t>
            </a:r>
            <a:endParaRPr lang="id-id" sz="3200" dirty="0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6AA173D3-8B7E-4F91-B862-AC30CB0D27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id-ID" sz="2800" dirty="0"/>
              <a:t>250605210001 Adi Cahyono</a:t>
            </a:r>
          </a:p>
        </p:txBody>
      </p:sp>
      <p:pic>
        <p:nvPicPr>
          <p:cNvPr id="9" name="Grafik 8" descr="Ikon Buku">
            <a:extLst>
              <a:ext uri="{FF2B5EF4-FFF2-40B4-BE49-F238E27FC236}">
                <a16:creationId xmlns:a16="http://schemas.microsoft.com/office/drawing/2014/main" id="{E26792AF-5D39-4A12-8EDD-CC09A60BD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993" y="2961000"/>
            <a:ext cx="936000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30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78D0989-E3E5-41DB-A78D-61E199491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err="1"/>
              <a:t>Identitas</a:t>
            </a:r>
            <a:r>
              <a:rPr lang="en-US" dirty="0"/>
              <a:t> </a:t>
            </a:r>
            <a:r>
              <a:rPr lang="en-US" dirty="0" err="1"/>
              <a:t>Jurnal</a:t>
            </a:r>
            <a:endParaRPr lang="id-ID" dirty="0"/>
          </a:p>
        </p:txBody>
      </p:sp>
      <p:pic>
        <p:nvPicPr>
          <p:cNvPr id="6" name="Grafik 5" descr="Ikon Pembelajaran">
            <a:extLst>
              <a:ext uri="{FF2B5EF4-FFF2-40B4-BE49-F238E27FC236}">
                <a16:creationId xmlns:a16="http://schemas.microsoft.com/office/drawing/2014/main" id="{FE130EDC-6F0A-417B-A698-CF2C65F0A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946" y="613889"/>
            <a:ext cx="1440000" cy="1440000"/>
          </a:xfrm>
          <a:prstGeom prst="rect">
            <a:avLst/>
          </a:prstGeom>
        </p:spPr>
      </p:pic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5DB23205-1719-4B43-A690-268E347D3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2195" y="2218339"/>
            <a:ext cx="4698358" cy="3599316"/>
          </a:xfrm>
        </p:spPr>
        <p:txBody>
          <a:bodyPr rtlCol="0"/>
          <a:lstStyle/>
          <a:p>
            <a:pPr rtl="0"/>
            <a:r>
              <a:rPr lang="id-ID" dirty="0"/>
              <a:t>Penulis : Rudi Setiawan, Titik Khawa Abdul Rahman</a:t>
            </a:r>
          </a:p>
          <a:p>
            <a:pPr rtl="0"/>
            <a:r>
              <a:rPr lang="id-ID" dirty="0"/>
              <a:t>Tahun terbit: 2025</a:t>
            </a:r>
          </a:p>
          <a:p>
            <a:pPr rtl="0"/>
            <a:r>
              <a:rPr lang="id-ID" dirty="0"/>
              <a:t>Jurnal : </a:t>
            </a:r>
            <a:r>
              <a:rPr lang="en-US" dirty="0"/>
              <a:t>International Journal of Advances in Intelligent Informatics</a:t>
            </a:r>
            <a:endParaRPr lang="id-ID" dirty="0"/>
          </a:p>
          <a:p>
            <a:pPr rtl="0"/>
            <a:r>
              <a:rPr lang="id-ID" dirty="0"/>
              <a:t>Publisher : Universitas Ahmad Dahlan</a:t>
            </a:r>
          </a:p>
          <a:p>
            <a:pPr rtl="0"/>
            <a:endParaRPr lang="id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C3C8D4-C14F-ED3B-E671-6FB1AA00E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067" y="2053889"/>
            <a:ext cx="6602111" cy="46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07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Judul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err="1"/>
              <a:t>Pendahuluan</a:t>
            </a:r>
            <a:endParaRPr lang="id-ID" dirty="0"/>
          </a:p>
        </p:txBody>
      </p:sp>
      <p:sp>
        <p:nvSpPr>
          <p:cNvPr id="6" name="Tampungan Konten 2">
            <a:extLst>
              <a:ext uri="{FF2B5EF4-FFF2-40B4-BE49-F238E27FC236}">
                <a16:creationId xmlns:a16="http://schemas.microsoft.com/office/drawing/2014/main" id="{C2BFE562-E12B-7A18-14A4-329683DE843B}"/>
              </a:ext>
            </a:extLst>
          </p:cNvPr>
          <p:cNvSpPr txBox="1">
            <a:spLocks/>
          </p:cNvSpPr>
          <p:nvPr/>
        </p:nvSpPr>
        <p:spPr>
          <a:xfrm>
            <a:off x="442195" y="2218339"/>
            <a:ext cx="11309538" cy="359931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/>
              <a:t>B</a:t>
            </a:r>
            <a:r>
              <a:rPr lang="id-ID" dirty="0"/>
              <a:t>anyak proyek perangkat lunak yang gagal mencapai tujuan karena keterlambatan, pembengkakan biaya, atau rendahnya kualitas hasil</a:t>
            </a:r>
            <a:r>
              <a:rPr lang="en-US" dirty="0"/>
              <a:t>. </a:t>
            </a:r>
            <a:r>
              <a:rPr lang="id-ID" dirty="0"/>
              <a:t>Berdasarkan laporan Chaos Report oleh Standish Group, sekitar 65% proyek perangkat lunak mengalami masalah tersebut</a:t>
            </a:r>
            <a:r>
              <a:rPr lang="en-US" dirty="0"/>
              <a:t>. Oleh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, </a:t>
            </a:r>
            <a:r>
              <a:rPr lang="en-US" dirty="0" err="1"/>
              <a:t>diperlukan</a:t>
            </a:r>
            <a:r>
              <a:rPr lang="en-US" dirty="0"/>
              <a:t> model </a:t>
            </a:r>
            <a:r>
              <a:rPr lang="en-US" dirty="0" err="1"/>
              <a:t>prediksi</a:t>
            </a:r>
            <a:r>
              <a:rPr lang="en-US" dirty="0"/>
              <a:t> </a:t>
            </a:r>
            <a:r>
              <a:rPr lang="en-US" dirty="0" err="1"/>
              <a:t>keberhasilan</a:t>
            </a:r>
            <a:r>
              <a:rPr lang="en-US" dirty="0"/>
              <a:t> </a:t>
            </a:r>
            <a:r>
              <a:rPr lang="en-US" dirty="0" err="1"/>
              <a:t>proyek</a:t>
            </a:r>
            <a:r>
              <a:rPr lang="en-US" dirty="0"/>
              <a:t> agar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mencegah</a:t>
            </a:r>
            <a:r>
              <a:rPr lang="en-US" dirty="0"/>
              <a:t> </a:t>
            </a:r>
            <a:r>
              <a:rPr lang="en-US" dirty="0" err="1"/>
              <a:t>faktor-faktor</a:t>
            </a:r>
            <a:r>
              <a:rPr lang="en-US" dirty="0"/>
              <a:t> </a:t>
            </a:r>
            <a:r>
              <a:rPr lang="en-US" dirty="0" err="1"/>
              <a:t>penyebab</a:t>
            </a:r>
            <a:r>
              <a:rPr lang="en-US" dirty="0"/>
              <a:t> </a:t>
            </a:r>
            <a:r>
              <a:rPr lang="en-US" dirty="0" err="1"/>
              <a:t>kegagalan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F8719-F17B-6829-168D-9819B8CB6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Judul 3">
            <a:extLst>
              <a:ext uri="{FF2B5EF4-FFF2-40B4-BE49-F238E27FC236}">
                <a16:creationId xmlns:a16="http://schemas.microsoft.com/office/drawing/2014/main" id="{1BA1B432-1D12-A7A5-83B4-82076259C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Tujuan</a:t>
            </a:r>
            <a:endParaRPr lang="id-ID" dirty="0"/>
          </a:p>
        </p:txBody>
      </p:sp>
      <p:sp>
        <p:nvSpPr>
          <p:cNvPr id="6" name="Tampungan Konten 2">
            <a:extLst>
              <a:ext uri="{FF2B5EF4-FFF2-40B4-BE49-F238E27FC236}">
                <a16:creationId xmlns:a16="http://schemas.microsoft.com/office/drawing/2014/main" id="{410F52D4-F37B-7B9A-DDD6-23718668C64C}"/>
              </a:ext>
            </a:extLst>
          </p:cNvPr>
          <p:cNvSpPr txBox="1">
            <a:spLocks/>
          </p:cNvSpPr>
          <p:nvPr/>
        </p:nvSpPr>
        <p:spPr>
          <a:xfrm>
            <a:off x="442195" y="2218339"/>
            <a:ext cx="11309538" cy="359931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en-US" dirty="0"/>
              <a:t>Mengembangkan model </a:t>
            </a:r>
            <a:r>
              <a:rPr lang="en-US" dirty="0" err="1"/>
              <a:t>prediksi</a:t>
            </a:r>
            <a:r>
              <a:rPr lang="en-US" dirty="0"/>
              <a:t> </a:t>
            </a:r>
            <a:r>
              <a:rPr lang="en-US" dirty="0" err="1"/>
              <a:t>keberhasilan</a:t>
            </a:r>
            <a:r>
              <a:rPr lang="en-US" dirty="0"/>
              <a:t> </a:t>
            </a:r>
            <a:r>
              <a:rPr lang="en-US" dirty="0" err="1"/>
              <a:t>proyek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B2C di Indonesia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pendekatan</a:t>
            </a:r>
            <a:r>
              <a:rPr lang="en-US" dirty="0"/>
              <a:t> </a:t>
            </a:r>
            <a:r>
              <a:rPr lang="en-US" i="1" dirty="0"/>
              <a:t>machine learning</a:t>
            </a:r>
            <a:r>
              <a:rPr lang="en-US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rekomendasi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faktor-faktor</a:t>
            </a:r>
            <a:r>
              <a:rPr lang="en-US" dirty="0"/>
              <a:t> </a:t>
            </a:r>
            <a:r>
              <a:rPr lang="en-US" dirty="0" err="1"/>
              <a:t>dominan</a:t>
            </a:r>
            <a:r>
              <a:rPr lang="en-US" dirty="0"/>
              <a:t> yang </a:t>
            </a:r>
            <a:r>
              <a:rPr lang="en-US" dirty="0" err="1"/>
              <a:t>mempengaruhi</a:t>
            </a:r>
            <a:r>
              <a:rPr lang="en-US" dirty="0"/>
              <a:t> </a:t>
            </a:r>
            <a:r>
              <a:rPr lang="en-US" dirty="0" err="1"/>
              <a:t>keberhasilan</a:t>
            </a:r>
            <a:r>
              <a:rPr lang="en-US" dirty="0"/>
              <a:t> </a:t>
            </a:r>
            <a:r>
              <a:rPr lang="en-US" dirty="0" err="1"/>
              <a:t>proyek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309468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39FEF-0C73-D148-F0D5-44583C92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Judul 3">
            <a:extLst>
              <a:ext uri="{FF2B5EF4-FFF2-40B4-BE49-F238E27FC236}">
                <a16:creationId xmlns:a16="http://schemas.microsoft.com/office/drawing/2014/main" id="{051085E3-AFB2-85F3-B836-599C841E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Metode </a:t>
            </a:r>
            <a:r>
              <a:rPr lang="en-US" dirty="0" err="1"/>
              <a:t>Penelitian</a:t>
            </a:r>
            <a:endParaRPr lang="id-ID" dirty="0"/>
          </a:p>
        </p:txBody>
      </p:sp>
      <p:sp>
        <p:nvSpPr>
          <p:cNvPr id="6" name="Tampungan Konten 2">
            <a:extLst>
              <a:ext uri="{FF2B5EF4-FFF2-40B4-BE49-F238E27FC236}">
                <a16:creationId xmlns:a16="http://schemas.microsoft.com/office/drawing/2014/main" id="{432649A5-6EC2-22AF-D9EC-25721B058DDA}"/>
              </a:ext>
            </a:extLst>
          </p:cNvPr>
          <p:cNvSpPr txBox="1">
            <a:spLocks/>
          </p:cNvSpPr>
          <p:nvPr/>
        </p:nvSpPr>
        <p:spPr>
          <a:xfrm>
            <a:off x="441231" y="1998206"/>
            <a:ext cx="11309538" cy="4351794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000" dirty="0" err="1"/>
              <a:t>Penelitian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bersifat</a:t>
            </a:r>
            <a:r>
              <a:rPr lang="en-US" sz="2000" dirty="0"/>
              <a:t> </a:t>
            </a:r>
            <a:r>
              <a:rPr lang="en-US" sz="2000" b="1" dirty="0" err="1"/>
              <a:t>kuantitatif</a:t>
            </a:r>
            <a:r>
              <a:rPr lang="en-US" sz="2000" b="1" dirty="0"/>
              <a:t> </a:t>
            </a:r>
            <a:r>
              <a:rPr lang="en-US" sz="2000" b="1" dirty="0" err="1"/>
              <a:t>eksperimental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pendekatan</a:t>
            </a:r>
            <a:r>
              <a:rPr lang="en-US" sz="2000" dirty="0"/>
              <a:t> </a:t>
            </a:r>
            <a:r>
              <a:rPr lang="en-US" sz="2000" dirty="0" err="1"/>
              <a:t>berbasis</a:t>
            </a:r>
            <a:r>
              <a:rPr lang="en-US" sz="2000" dirty="0"/>
              <a:t> data.</a:t>
            </a:r>
          </a:p>
          <a:p>
            <a:pPr marL="0" indent="0" algn="just">
              <a:buNone/>
            </a:pPr>
            <a:r>
              <a:rPr lang="id-ID" sz="2000" dirty="0"/>
              <a:t>Langkah-langkah utama meliputi: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id-ID" sz="2000" dirty="0"/>
              <a:t>Pengumpulan data dari perusahaan pengembang perangkat lunak di Indonesia menggunakan metode snowball sampling. Diperoleh 157 data proyek dengan 28 variabel.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id-ID" sz="2000" dirty="0"/>
              <a:t>Data augmentation dilakukan menggunakan Generative Adversarial Networks (GAN) untuk menambah data sintetis karena keterbatasan jumlah sampel.</a:t>
            </a:r>
            <a:endParaRPr lang="en-US" sz="2000" dirty="0"/>
          </a:p>
          <a:p>
            <a:pPr marL="457200" indent="-457200" algn="just">
              <a:buFont typeface="+mj-lt"/>
              <a:buAutoNum type="arabicPeriod" startAt="3"/>
            </a:pPr>
            <a:r>
              <a:rPr lang="id-ID" sz="2000" dirty="0"/>
              <a:t>Penanganan ketidakseimbangan kelas dilakukan dengan SMOTE, ADASYN, SMOTE Tomek Links, dan ADASYN Tomek Links.</a:t>
            </a:r>
            <a:endParaRPr lang="en-US" sz="2000" dirty="0"/>
          </a:p>
          <a:p>
            <a:pPr marL="457200" indent="-457200" algn="just">
              <a:buFont typeface="+mj-lt"/>
              <a:buAutoNum type="arabicPeriod" startAt="3"/>
            </a:pPr>
            <a:r>
              <a:rPr lang="id-ID" sz="2000" dirty="0"/>
              <a:t>Dua model machine learning digunakan: Support Vector Machine (SVM) dan Artificial Neural Network (ANN).</a:t>
            </a:r>
            <a:endParaRPr lang="en-US" sz="2000" dirty="0"/>
          </a:p>
          <a:p>
            <a:pPr marL="457200" indent="-457200" algn="just">
              <a:buFont typeface="+mj-lt"/>
              <a:buAutoNum type="arabicPeriod" startAt="3"/>
            </a:pPr>
            <a:r>
              <a:rPr lang="id-ID" sz="2000" dirty="0"/>
              <a:t>Optimasi hyperparameter dilakukan menggunakan Grid Search dan dievaluasi menggunakan confusion matrix (akurasi, presisi, recall, F1-score).</a:t>
            </a:r>
            <a:endParaRPr lang="en-US" sz="2000" dirty="0"/>
          </a:p>
          <a:p>
            <a:pPr marL="457200" indent="-457200" algn="just">
              <a:buFont typeface="+mj-lt"/>
              <a:buAutoNum type="arabicPeriod" startAt="3"/>
            </a:pPr>
            <a:r>
              <a:rPr lang="id-ID" sz="2000" dirty="0"/>
              <a:t>SHAP (Shapley Additive Explanations) digunakan untuk mengidentifikasi fitur paling berpengaruh dan memberikan rekomendasi otomatis.</a:t>
            </a:r>
          </a:p>
        </p:txBody>
      </p:sp>
    </p:spTree>
    <p:extLst>
      <p:ext uri="{BB962C8B-B14F-4D97-AF65-F5344CB8AC3E}">
        <p14:creationId xmlns:p14="http://schemas.microsoft.com/office/powerpoint/2010/main" val="513435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289E6-DAF2-467A-17DF-0C41B35ED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Judul 3">
            <a:extLst>
              <a:ext uri="{FF2B5EF4-FFF2-40B4-BE49-F238E27FC236}">
                <a16:creationId xmlns:a16="http://schemas.microsoft.com/office/drawing/2014/main" id="{92EA94D4-2435-8AE4-75D1-630CBAB2C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Hasil dan </a:t>
            </a:r>
            <a:r>
              <a:rPr lang="en-US" dirty="0" err="1"/>
              <a:t>Pembahasan</a:t>
            </a:r>
            <a:endParaRPr lang="id-ID" dirty="0"/>
          </a:p>
        </p:txBody>
      </p:sp>
      <p:sp>
        <p:nvSpPr>
          <p:cNvPr id="6" name="Tampungan Konten 2">
            <a:extLst>
              <a:ext uri="{FF2B5EF4-FFF2-40B4-BE49-F238E27FC236}">
                <a16:creationId xmlns:a16="http://schemas.microsoft.com/office/drawing/2014/main" id="{6C1B6ED4-7430-E61F-9E1B-F2FF45B5B78C}"/>
              </a:ext>
            </a:extLst>
          </p:cNvPr>
          <p:cNvSpPr txBox="1">
            <a:spLocks/>
          </p:cNvSpPr>
          <p:nvPr/>
        </p:nvSpPr>
        <p:spPr>
          <a:xfrm>
            <a:off x="442195" y="2218339"/>
            <a:ext cx="11309538" cy="4470328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d-ID" sz="2000" dirty="0"/>
              <a:t>SVM menghasilkan performa yang lebih baik dibandingkan ANN pada semua metrik evaluasi.Kombinasi SVM + Grid Search + SMOTE Tomek Links memberikan hasil terbaik dengan:Akurasi: 87.8%Presisi: 90%Recall: 88%F1-score: 88%</a:t>
            </a:r>
            <a:endParaRPr lang="en-US" sz="2000" dirty="0"/>
          </a:p>
          <a:p>
            <a:pPr marL="0" indent="0" algn="just">
              <a:buNone/>
            </a:pPr>
            <a:r>
              <a:rPr lang="id-ID" sz="2000" dirty="0"/>
              <a:t>Faktor paling berpengaruh terhadap keberhasilan proyek berdasarkan analisis SHAP adalah:Efficient ManagementOrganizational Culture and Management StyleTeam Commitment and Participation</a:t>
            </a:r>
            <a:r>
              <a:rPr lang="en-US" sz="2000" dirty="0"/>
              <a:t>.</a:t>
            </a:r>
            <a:r>
              <a:rPr lang="id-ID" sz="2000" dirty="0"/>
              <a:t>Faktor teknis seperti Technical Complexity dan Customer IT Skills juga berperan penting.</a:t>
            </a:r>
            <a:endParaRPr lang="en-US" sz="2000" dirty="0"/>
          </a:p>
          <a:p>
            <a:pPr marL="0" indent="0" algn="just">
              <a:buNone/>
            </a:pPr>
            <a:r>
              <a:rPr lang="id-ID" sz="2000" dirty="0"/>
              <a:t>Model diuji menggunakan data baru dan mampu mengklasifikasikan hasil menjadi tiga kategori: Successful, Experience Challenges, dan Failed.</a:t>
            </a:r>
            <a:endParaRPr lang="en-US" sz="2000" dirty="0"/>
          </a:p>
          <a:p>
            <a:pPr marL="0" indent="0" algn="just">
              <a:buNone/>
            </a:pPr>
            <a:r>
              <a:rPr lang="id-ID" sz="2000" dirty="0"/>
              <a:t>Hasil uji menunjukkan model mampu memberikan prediksi dan rekomendasi yang relevan untuk perbaikan proyek.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 err="1"/>
              <a:t>Perlu</a:t>
            </a:r>
            <a:r>
              <a:rPr lang="en-US" sz="2000" dirty="0"/>
              <a:t> </a:t>
            </a:r>
            <a:r>
              <a:rPr lang="en-US" sz="2000" dirty="0" err="1"/>
              <a:t>adanya</a:t>
            </a:r>
            <a:r>
              <a:rPr lang="en-US" sz="2000" dirty="0"/>
              <a:t> </a:t>
            </a:r>
            <a:r>
              <a:rPr lang="en-US" sz="2000" dirty="0" err="1"/>
              <a:t>penyesuaian</a:t>
            </a:r>
            <a:r>
              <a:rPr lang="en-US" sz="2000" dirty="0"/>
              <a:t> dan </a:t>
            </a:r>
            <a:r>
              <a:rPr lang="en-US" sz="2000" dirty="0" err="1"/>
              <a:t>validasi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lanjut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penerapan</a:t>
            </a:r>
            <a:r>
              <a:rPr lang="en-US" sz="2000" dirty="0"/>
              <a:t> pada </a:t>
            </a:r>
            <a:r>
              <a:rPr lang="en-US" sz="2000" dirty="0" err="1"/>
              <a:t>konteks</a:t>
            </a:r>
            <a:r>
              <a:rPr lang="en-US" sz="2000" dirty="0"/>
              <a:t> lain</a:t>
            </a:r>
            <a:r>
              <a:rPr lang="id-ID" sz="2000" dirty="0"/>
              <a:t> (seperti B2B atau proyek internasional).</a:t>
            </a:r>
          </a:p>
        </p:txBody>
      </p:sp>
    </p:spTree>
    <p:extLst>
      <p:ext uri="{BB962C8B-B14F-4D97-AF65-F5344CB8AC3E}">
        <p14:creationId xmlns:p14="http://schemas.microsoft.com/office/powerpoint/2010/main" val="142567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E169F-2D3C-8846-FCDA-5BB7FE110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Judul 3">
            <a:extLst>
              <a:ext uri="{FF2B5EF4-FFF2-40B4-BE49-F238E27FC236}">
                <a16:creationId xmlns:a16="http://schemas.microsoft.com/office/drawing/2014/main" id="{A636E089-8465-8255-6C31-FF16C1E9C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Kesimpulan</a:t>
            </a:r>
            <a:endParaRPr lang="id-ID" dirty="0"/>
          </a:p>
        </p:txBody>
      </p:sp>
      <p:sp>
        <p:nvSpPr>
          <p:cNvPr id="6" name="Tampungan Konten 2">
            <a:extLst>
              <a:ext uri="{FF2B5EF4-FFF2-40B4-BE49-F238E27FC236}">
                <a16:creationId xmlns:a16="http://schemas.microsoft.com/office/drawing/2014/main" id="{D47E6946-D6E7-DAAA-B447-8EDE19F2D6A3}"/>
              </a:ext>
            </a:extLst>
          </p:cNvPr>
          <p:cNvSpPr txBox="1">
            <a:spLocks/>
          </p:cNvSpPr>
          <p:nvPr/>
        </p:nvSpPr>
        <p:spPr>
          <a:xfrm>
            <a:off x="442195" y="2218339"/>
            <a:ext cx="11309538" cy="4470328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d-ID" sz="2000" dirty="0"/>
              <a:t>Penelitian berhasil membangun model prediksi keberhasilan proyek perangkat lunak B2C berbasis machine learning dengan hasil terbaik menggunakan SVM dan SMOTE Tomek Links.</a:t>
            </a:r>
            <a:endParaRPr lang="en-US" sz="2000" dirty="0"/>
          </a:p>
          <a:p>
            <a:pPr marL="0" indent="0" algn="just">
              <a:buNone/>
            </a:pPr>
            <a:r>
              <a:rPr lang="id-ID" sz="2000" dirty="0"/>
              <a:t>Model ini dapat digunakan sebagai alat pendukung keputusan bagi manajer proyek di Indonesia.</a:t>
            </a:r>
            <a:endParaRPr lang="en-US" sz="2000" dirty="0"/>
          </a:p>
          <a:p>
            <a:pPr marL="0" indent="0" algn="just">
              <a:buNone/>
            </a:pPr>
            <a:r>
              <a:rPr lang="id-ID" sz="2000" dirty="0"/>
              <a:t>Rekomendasi untuk penelitian lanjutan mencakup: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id-ID" sz="2000" dirty="0"/>
              <a:t>Pengumpulan dataset berskala lebih besar lintas domain (B2B, B2G).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id-ID" sz="2000" dirty="0"/>
              <a:t>Integrasi model ke dalam platform manajemen proyek (misalnya Jira, Trello).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id-ID" sz="2000" dirty="0"/>
              <a:t>Pemanfaatan Natural Language Processing untuk analisis dokumen proyek.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id-ID" sz="2000" dirty="0"/>
              <a:t>Pengembangan explainable AI agar hasil prediksi lebih mudah dipahami oleh pengguna non-teknis.</a:t>
            </a:r>
          </a:p>
        </p:txBody>
      </p:sp>
    </p:spTree>
    <p:extLst>
      <p:ext uri="{BB962C8B-B14F-4D97-AF65-F5344CB8AC3E}">
        <p14:creationId xmlns:p14="http://schemas.microsoft.com/office/powerpoint/2010/main" val="128449892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Custom 11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61209245_TF67421116_Win32" id="{51F30CC9-7ACF-4662-8F6B-1F86E96FFDF7}" vid="{F42BB987-A770-434C-A894-1F2BF5755312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Introspeksi pembelajaran </Template>
  <TotalTime>23</TotalTime>
  <Words>583</Words>
  <Application>Microsoft Office PowerPoint</Application>
  <PresentationFormat>Widescreen</PresentationFormat>
  <Paragraphs>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Trebuchet MS</vt:lpstr>
      <vt:lpstr>Berlin</vt:lpstr>
      <vt:lpstr>Machine learning-based B2C software project success prediction model in Indonesia</vt:lpstr>
      <vt:lpstr>Identitas Jurnal</vt:lpstr>
      <vt:lpstr>Pendahuluan</vt:lpstr>
      <vt:lpstr>Tujuan</vt:lpstr>
      <vt:lpstr>Metode Penelitian</vt:lpstr>
      <vt:lpstr>Hasil dan Pembahasan</vt:lpstr>
      <vt:lpstr>Kesimpulan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</dc:creator>
  <cp:lastModifiedBy>adi</cp:lastModifiedBy>
  <cp:revision>2</cp:revision>
  <dcterms:created xsi:type="dcterms:W3CDTF">2025-11-10T02:21:49Z</dcterms:created>
  <dcterms:modified xsi:type="dcterms:W3CDTF">2025-11-10T02:45:09Z</dcterms:modified>
</cp:coreProperties>
</file>