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15FC-1364-4DB1-A2AD-83DC4714449E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54BB-C454-49A1-AC0F-290C4F232E26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012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15FC-1364-4DB1-A2AD-83DC4714449E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54BB-C454-49A1-AC0F-290C4F232E2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902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15FC-1364-4DB1-A2AD-83DC4714449E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54BB-C454-49A1-AC0F-290C4F232E26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95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15FC-1364-4DB1-A2AD-83DC4714449E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54BB-C454-49A1-AC0F-290C4F232E2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480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15FC-1364-4DB1-A2AD-83DC4714449E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54BB-C454-49A1-AC0F-290C4F232E2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3032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15FC-1364-4DB1-A2AD-83DC4714449E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54BB-C454-49A1-AC0F-290C4F232E2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928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15FC-1364-4DB1-A2AD-83DC4714449E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54BB-C454-49A1-AC0F-290C4F232E2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0317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7B815FC-1364-4DB1-A2AD-83DC4714449E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7E54BB-C454-49A1-AC0F-290C4F232E2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4380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15FC-1364-4DB1-A2AD-83DC4714449E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54BB-C454-49A1-AC0F-290C4F232E2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8482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15FC-1364-4DB1-A2AD-83DC4714449E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54BB-C454-49A1-AC0F-290C4F232E2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428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15FC-1364-4DB1-A2AD-83DC4714449E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E54BB-C454-49A1-AC0F-290C4F232E2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093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7B815FC-1364-4DB1-A2AD-83DC4714449E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17E54BB-C454-49A1-AC0F-290C4F232E26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546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vanlanin.wordpress.com/2012/02/26/terima-kasih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F02C3-EA89-50B3-130E-236D87FA82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400" dirty="0"/>
              <a:t>SOFTWARE DEVELOPMENT PROJECT MANAGEMENT BASED ON WORK BREAKDOWN STRUCTURE AND ODOO ERP</a:t>
            </a:r>
            <a:endParaRPr lang="en-ID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3D142-5DC1-C653-E0C7-B8D33015D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ID" dirty="0"/>
              <a:t>NIM: 250605210001</a:t>
            </a:r>
          </a:p>
          <a:p>
            <a:pPr algn="ctr"/>
            <a:r>
              <a:rPr lang="en-ID" dirty="0"/>
              <a:t>Nama: Adi Cahyono</a:t>
            </a:r>
          </a:p>
        </p:txBody>
      </p:sp>
    </p:spTree>
    <p:extLst>
      <p:ext uri="{BB962C8B-B14F-4D97-AF65-F5344CB8AC3E}">
        <p14:creationId xmlns:p14="http://schemas.microsoft.com/office/powerpoint/2010/main" val="227385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21161-A88C-72D0-1EA7-00DE1D74D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Identitas</a:t>
            </a:r>
            <a:r>
              <a:rPr lang="en-US" dirty="0"/>
              <a:t> Jurnal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B8652-792B-0BE8-C840-A82007221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811907" cy="40233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Jurnal : Jurnal Teknik </a:t>
            </a:r>
            <a:r>
              <a:rPr lang="en-US" dirty="0" err="1"/>
              <a:t>Informatika</a:t>
            </a:r>
            <a:r>
              <a:rPr lang="en-US" dirty="0"/>
              <a:t> (JUTIF)</a:t>
            </a:r>
          </a:p>
          <a:p>
            <a:pPr marL="0" indent="0">
              <a:buNone/>
            </a:pPr>
            <a:r>
              <a:rPr lang="en-US" dirty="0" err="1"/>
              <a:t>Penulis</a:t>
            </a:r>
            <a:r>
              <a:rPr lang="en-US" dirty="0"/>
              <a:t> : </a:t>
            </a:r>
            <a:r>
              <a:rPr lang="en-US" dirty="0" err="1"/>
              <a:t>Supriyono</a:t>
            </a:r>
            <a:r>
              <a:rPr lang="en-US" dirty="0"/>
              <a:t> dan Nur </a:t>
            </a:r>
            <a:r>
              <a:rPr lang="en-US" dirty="0" err="1"/>
              <a:t>Chasanah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Terbit : Vol. 4 no. 4 (2023)</a:t>
            </a:r>
          </a:p>
          <a:p>
            <a:pPr marL="0" indent="0">
              <a:buNone/>
            </a:pPr>
            <a:r>
              <a:rPr lang="en-US" dirty="0" err="1"/>
              <a:t>Penerbit</a:t>
            </a:r>
            <a:r>
              <a:rPr lang="en-US" dirty="0"/>
              <a:t> : </a:t>
            </a:r>
            <a:r>
              <a:rPr lang="sv-SE" dirty="0"/>
              <a:t>Jurusan Informatika, Fakultas Teknik, Universitas Jenderal Soedirman</a:t>
            </a:r>
          </a:p>
          <a:p>
            <a:pPr marL="0" indent="0">
              <a:buNone/>
            </a:pPr>
            <a:r>
              <a:rPr lang="sv-SE" dirty="0"/>
              <a:t>Akreditasi : Sinta 2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665D6-C151-F636-A333-A03103C5D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45734"/>
            <a:ext cx="5648632" cy="444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48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B186-A1AC-2B68-05A7-CBA6593CC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Latar </a:t>
            </a:r>
            <a:r>
              <a:rPr lang="en-US" dirty="0" err="1"/>
              <a:t>Belakang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C349C-4CB5-266A-182C-DEB89E57F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D" dirty="0" err="1"/>
              <a:t>Pentingnya</a:t>
            </a:r>
            <a:r>
              <a:rPr lang="en-ID" dirty="0"/>
              <a:t> project management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siklus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software (SDLC)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Pengelolaan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perencanaan</a:t>
            </a:r>
            <a:r>
              <a:rPr lang="en-ID" dirty="0"/>
              <a:t>, </a:t>
            </a:r>
            <a:r>
              <a:rPr lang="en-ID" dirty="0" err="1"/>
              <a:t>pengorganisasian</a:t>
            </a:r>
            <a:r>
              <a:rPr lang="en-ID" dirty="0"/>
              <a:t>, </a:t>
            </a:r>
            <a:r>
              <a:rPr lang="en-ID" dirty="0" err="1"/>
              <a:t>pelaksanaan</a:t>
            </a:r>
            <a:r>
              <a:rPr lang="en-ID" dirty="0"/>
              <a:t>, </a:t>
            </a:r>
            <a:r>
              <a:rPr lang="en-ID" dirty="0" err="1"/>
              <a:t>pengawasan</a:t>
            </a:r>
            <a:r>
              <a:rPr lang="en-ID" dirty="0"/>
              <a:t>, dan </a:t>
            </a:r>
            <a:r>
              <a:rPr lang="en-ID" dirty="0" err="1"/>
              <a:t>pengendalian</a:t>
            </a:r>
            <a:r>
              <a:rPr lang="en-ID" dirty="0"/>
              <a:t> yang </a:t>
            </a:r>
            <a:r>
              <a:rPr lang="en-ID" dirty="0" err="1"/>
              <a:t>sistematis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Work Breakdown Structure (WBS)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memecah</a:t>
            </a:r>
            <a:r>
              <a:rPr lang="en-ID" dirty="0"/>
              <a:t> </a:t>
            </a:r>
            <a:r>
              <a:rPr lang="en-ID" dirty="0" err="1"/>
              <a:t>pekerjaan</a:t>
            </a:r>
            <a:r>
              <a:rPr lang="en-ID" dirty="0"/>
              <a:t> </a:t>
            </a:r>
            <a:r>
              <a:rPr lang="en-ID" dirty="0" err="1"/>
              <a:t>kompleks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dikelola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Relevansi</a:t>
            </a:r>
            <a:r>
              <a:rPr lang="en-ID" dirty="0"/>
              <a:t> Project Management Body of Knowledge (PMBOK) dan </a:t>
            </a:r>
            <a:r>
              <a:rPr lang="en-ID" dirty="0" err="1"/>
              <a:t>berbagai</a:t>
            </a:r>
            <a:r>
              <a:rPr lang="en-ID" dirty="0"/>
              <a:t> tools </a:t>
            </a:r>
            <a:r>
              <a:rPr lang="en-ID" dirty="0" err="1"/>
              <a:t>termasuk</a:t>
            </a:r>
            <a:r>
              <a:rPr lang="en-ID" dirty="0"/>
              <a:t> Odoo ERP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solusi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Keterkaitan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cost management, </a:t>
            </a:r>
            <a:r>
              <a:rPr lang="en-ID" dirty="0" err="1"/>
              <a:t>pelaporan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, </a:t>
            </a:r>
            <a:r>
              <a:rPr lang="en-ID" dirty="0" err="1"/>
              <a:t>risiko</a:t>
            </a:r>
            <a:r>
              <a:rPr lang="en-ID" dirty="0"/>
              <a:t>, dan </a:t>
            </a:r>
            <a:r>
              <a:rPr lang="en-ID" dirty="0" err="1"/>
              <a:t>sukses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026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3BAF-FF4E-789D-3397-2C0E2E8CF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Tujuan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844F1-4B52-B367-7487-A61123F39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software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pendekatan</a:t>
            </a:r>
            <a:r>
              <a:rPr lang="en-ID" dirty="0"/>
              <a:t> WBS.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Menerapkan</a:t>
            </a:r>
            <a:r>
              <a:rPr lang="en-ID" dirty="0"/>
              <a:t> Odoo ERP </a:t>
            </a:r>
            <a:r>
              <a:rPr lang="en-ID" dirty="0" err="1"/>
              <a:t>sebagai</a:t>
            </a:r>
            <a:r>
              <a:rPr lang="en-ID" dirty="0"/>
              <a:t> tools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pengelolaan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SDLC.</a:t>
            </a:r>
          </a:p>
        </p:txBody>
      </p:sp>
    </p:spTree>
    <p:extLst>
      <p:ext uri="{BB962C8B-B14F-4D97-AF65-F5344CB8AC3E}">
        <p14:creationId xmlns:p14="http://schemas.microsoft.com/office/powerpoint/2010/main" val="991184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7F47-D965-81FD-DB15-23D566E82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Metode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D9370-AE0E-1CBD-93DA-A4844CB5F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dirty="0" err="1"/>
              <a:t>Pendekatan</a:t>
            </a:r>
            <a:r>
              <a:rPr lang="en-US" dirty="0"/>
              <a:t> WBS (Work Breakdown Structure)</a:t>
            </a:r>
          </a:p>
          <a:p>
            <a:pPr marL="457200" indent="-457200">
              <a:buFont typeface="+mj-lt"/>
              <a:buAutoNum type="arabicParenR"/>
            </a:pPr>
            <a:r>
              <a:rPr lang="en-ID" dirty="0" err="1"/>
              <a:t>Implementasi</a:t>
            </a:r>
            <a:r>
              <a:rPr lang="en-ID" dirty="0"/>
              <a:t> Odoo ERP</a:t>
            </a:r>
          </a:p>
          <a:p>
            <a:pPr marL="457200" indent="-457200">
              <a:buFont typeface="+mj-lt"/>
              <a:buAutoNum type="arabicParenR"/>
            </a:pPr>
            <a:r>
              <a:rPr lang="en-ID" dirty="0"/>
              <a:t>Blackbox Testing</a:t>
            </a:r>
          </a:p>
        </p:txBody>
      </p:sp>
    </p:spTree>
    <p:extLst>
      <p:ext uri="{BB962C8B-B14F-4D97-AF65-F5344CB8AC3E}">
        <p14:creationId xmlns:p14="http://schemas.microsoft.com/office/powerpoint/2010/main" val="3337395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9FBE-6144-DCE3-628E-CD7202444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Pembahasan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6E03-E1B0-490D-B3CD-31A81EDC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lphaLcPeriod"/>
            </a:pPr>
            <a:r>
              <a:rPr lang="pt-BR" dirty="0"/>
              <a:t>Implementasi WBS dalam Odoo ERP </a:t>
            </a:r>
            <a:r>
              <a:rPr lang="pt-BR" dirty="0">
                <a:sym typeface="Wingdings" panose="05000000000000000000" pitchFamily="2" charset="2"/>
              </a:rPr>
              <a:t>Menjelaskan struktur WBS yang kemudian dituangkan sebagai task dalam Odoo. </a:t>
            </a:r>
            <a:endParaRPr lang="pt-BR" dirty="0"/>
          </a:p>
          <a:p>
            <a:pPr marL="457200" indent="-457200">
              <a:buFont typeface="+mj-lt"/>
              <a:buAutoNum type="alphaLcPeriod"/>
            </a:pP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Modul Odoo </a:t>
            </a:r>
            <a:r>
              <a:rPr lang="en-ID" dirty="0">
                <a:sym typeface="Wingdings" panose="05000000000000000000" pitchFamily="2" charset="2"/>
              </a:rPr>
              <a:t> </a:t>
            </a:r>
            <a:r>
              <a:rPr lang="en-ID" dirty="0" err="1">
                <a:sym typeface="Wingdings" panose="05000000000000000000" pitchFamily="2" charset="2"/>
              </a:rPr>
              <a:t>Penjelasan</a:t>
            </a:r>
            <a:r>
              <a:rPr lang="en-ID" dirty="0">
                <a:sym typeface="Wingdings" panose="05000000000000000000" pitchFamily="2" charset="2"/>
              </a:rPr>
              <a:t> detail </a:t>
            </a:r>
            <a:r>
              <a:rPr lang="en-ID" dirty="0" err="1">
                <a:sym typeface="Wingdings" panose="05000000000000000000" pitchFamily="2" charset="2"/>
              </a:rPr>
              <a:t>terkait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struktur</a:t>
            </a:r>
            <a:r>
              <a:rPr lang="en-ID" dirty="0">
                <a:sym typeface="Wingdings" panose="05000000000000000000" pitchFamily="2" charset="2"/>
              </a:rPr>
              <a:t> folder/module development (Python-based).</a:t>
            </a:r>
            <a:endParaRPr lang="en-ID" dirty="0"/>
          </a:p>
          <a:p>
            <a:pPr marL="457200" indent="-457200">
              <a:buFont typeface="+mj-lt"/>
              <a:buAutoNum type="alphaLcPeriod"/>
            </a:pPr>
            <a:r>
              <a:rPr lang="en-ID" dirty="0"/>
              <a:t>Hasil Blackbox Testing </a:t>
            </a:r>
            <a:r>
              <a:rPr lang="en-ID" dirty="0">
                <a:sym typeface="Wingdings" panose="05000000000000000000" pitchFamily="2" charset="2"/>
              </a:rPr>
              <a:t> </a:t>
            </a:r>
            <a:r>
              <a:rPr lang="en-ID" dirty="0" err="1">
                <a:sym typeface="Wingdings" panose="05000000000000000000" pitchFamily="2" charset="2"/>
              </a:rPr>
              <a:t>Semua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fungsi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aplikasi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berjalan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baik</a:t>
            </a:r>
            <a:r>
              <a:rPr lang="en-ID" dirty="0">
                <a:sym typeface="Wingdings" panose="05000000000000000000" pitchFamily="2" charset="2"/>
              </a:rPr>
              <a:t>: project creation, task management, team assignment, CRUD, dan kanban view. </a:t>
            </a:r>
          </a:p>
          <a:p>
            <a:pPr marL="457200" indent="-457200">
              <a:buFont typeface="+mj-lt"/>
              <a:buAutoNum type="alphaLcPeriod"/>
            </a:pPr>
            <a:r>
              <a:rPr lang="en-ID" dirty="0" err="1"/>
              <a:t>Pembahasan</a:t>
            </a:r>
            <a:r>
              <a:rPr lang="en-ID" dirty="0"/>
              <a:t> </a:t>
            </a:r>
            <a:r>
              <a:rPr lang="en-ID" dirty="0" err="1"/>
              <a:t>mengenai</a:t>
            </a:r>
            <a:r>
              <a:rPr lang="en-ID" dirty="0"/>
              <a:t> </a:t>
            </a:r>
            <a:r>
              <a:rPr lang="en-ID" dirty="0" err="1"/>
              <a:t>efektivitas</a:t>
            </a:r>
            <a:r>
              <a:rPr lang="en-ID" dirty="0"/>
              <a:t> WBS </a:t>
            </a:r>
            <a:r>
              <a:rPr lang="en-ID" dirty="0">
                <a:sym typeface="Wingdings" panose="05000000000000000000" pitchFamily="2" charset="2"/>
              </a:rPr>
              <a:t> WBS </a:t>
            </a:r>
            <a:r>
              <a:rPr lang="en-ID" dirty="0" err="1">
                <a:sym typeface="Wingdings" panose="05000000000000000000" pitchFamily="2" charset="2"/>
              </a:rPr>
              <a:t>meningkatkan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keteraturan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proyek</a:t>
            </a:r>
            <a:r>
              <a:rPr lang="en-ID" dirty="0">
                <a:sym typeface="Wingdings" panose="05000000000000000000" pitchFamily="2" charset="2"/>
              </a:rPr>
              <a:t>, </a:t>
            </a:r>
            <a:r>
              <a:rPr lang="en-ID" dirty="0" err="1">
                <a:sym typeface="Wingdings" panose="05000000000000000000" pitchFamily="2" charset="2"/>
              </a:rPr>
              <a:t>pengalokasian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sumber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daya</a:t>
            </a:r>
            <a:r>
              <a:rPr lang="en-ID" dirty="0">
                <a:sym typeface="Wingdings" panose="05000000000000000000" pitchFamily="2" charset="2"/>
              </a:rPr>
              <a:t>, monitoring, dan </a:t>
            </a:r>
            <a:r>
              <a:rPr lang="en-ID" dirty="0" err="1">
                <a:sym typeface="Wingdings" panose="05000000000000000000" pitchFamily="2" charset="2"/>
              </a:rPr>
              <a:t>mengurangi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risiko</a:t>
            </a:r>
            <a:r>
              <a:rPr lang="en-ID" dirty="0">
                <a:sym typeface="Wingdings" panose="05000000000000000000" pitchFamily="2" charset="2"/>
              </a:rPr>
              <a:t>. Odoo ERP </a:t>
            </a:r>
            <a:r>
              <a:rPr lang="en-ID" dirty="0" err="1">
                <a:sym typeface="Wingdings" panose="05000000000000000000" pitchFamily="2" charset="2"/>
              </a:rPr>
              <a:t>menambah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efisiensi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melalui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integrasi</a:t>
            </a:r>
            <a:r>
              <a:rPr lang="en-ID" dirty="0">
                <a:sym typeface="Wingdings" panose="05000000000000000000" pitchFamily="2" charset="2"/>
              </a:rPr>
              <a:t> dan </a:t>
            </a:r>
            <a:r>
              <a:rPr lang="en-ID" dirty="0" err="1">
                <a:sym typeface="Wingdings" panose="05000000000000000000" pitchFamily="2" charset="2"/>
              </a:rPr>
              <a:t>fitur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kolaboratif</a:t>
            </a:r>
            <a:r>
              <a:rPr lang="en-ID" dirty="0">
                <a:sym typeface="Wingdings" panose="05000000000000000000" pitchFamily="2" charset="2"/>
              </a:rPr>
              <a:t>.</a:t>
            </a:r>
            <a:endParaRPr lang="en-ID" dirty="0"/>
          </a:p>
          <a:p>
            <a:pPr marL="457200" indent="-457200">
              <a:buFont typeface="+mj-lt"/>
              <a:buAutoNum type="alphaLcPeriod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41942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D9EEB-EEEE-600E-6888-31E7C869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Kesimpulan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09614-8DC7-FB52-5E55-C1E8C1B43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D" dirty="0" err="1"/>
              <a:t>Pendekatan</a:t>
            </a:r>
            <a:r>
              <a:rPr lang="en-ID" dirty="0"/>
              <a:t> WBS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membangun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yang </a:t>
            </a:r>
            <a:r>
              <a:rPr lang="en-ID" dirty="0" err="1"/>
              <a:t>rapi</a:t>
            </a:r>
            <a:r>
              <a:rPr lang="en-ID" dirty="0"/>
              <a:t> dan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dikendalikan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Odoo ERP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lengkap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scheduling, progress monitoring, cost tracking, resource management, dan reporting.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WBS + Odoo ERP </a:t>
            </a:r>
            <a:r>
              <a:rPr lang="en-ID" dirty="0" err="1"/>
              <a:t>mampu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failure rate dan </a:t>
            </a:r>
            <a:r>
              <a:rPr lang="en-ID" dirty="0" err="1"/>
              <a:t>mengoptimalkan</a:t>
            </a:r>
            <a:r>
              <a:rPr lang="en-ID" dirty="0"/>
              <a:t> proses </a:t>
            </a:r>
            <a:r>
              <a:rPr lang="en-ID" dirty="0" err="1"/>
              <a:t>pengembangan</a:t>
            </a:r>
            <a:r>
              <a:rPr lang="en-ID" dirty="0"/>
              <a:t> software.</a:t>
            </a:r>
          </a:p>
        </p:txBody>
      </p:sp>
    </p:spTree>
    <p:extLst>
      <p:ext uri="{BB962C8B-B14F-4D97-AF65-F5344CB8AC3E}">
        <p14:creationId xmlns:p14="http://schemas.microsoft.com/office/powerpoint/2010/main" val="3757365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E9615C-A9C3-5710-1D98-6445224FF8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73663" y="2876550"/>
            <a:ext cx="1905000" cy="1962150"/>
          </a:xfrm>
        </p:spPr>
      </p:pic>
    </p:spTree>
    <p:extLst>
      <p:ext uri="{BB962C8B-B14F-4D97-AF65-F5344CB8AC3E}">
        <p14:creationId xmlns:p14="http://schemas.microsoft.com/office/powerpoint/2010/main" val="214821696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</TotalTime>
  <Words>319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Wingdings</vt:lpstr>
      <vt:lpstr>Retrospect</vt:lpstr>
      <vt:lpstr>SOFTWARE DEVELOPMENT PROJECT MANAGEMENT BASED ON WORK BREAKDOWN STRUCTURE AND ODOO ERP</vt:lpstr>
      <vt:lpstr>Identitas Jurnal</vt:lpstr>
      <vt:lpstr>Latar Belakang</vt:lpstr>
      <vt:lpstr>Tujuan</vt:lpstr>
      <vt:lpstr>Metode</vt:lpstr>
      <vt:lpstr>Pembahasan</vt:lpstr>
      <vt:lpstr>Kesimpulan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Fakultas Ekonomi</dc:creator>
  <cp:lastModifiedBy>Fakultas Ekonomi</cp:lastModifiedBy>
  <cp:revision>4</cp:revision>
  <dcterms:created xsi:type="dcterms:W3CDTF">2025-11-24T03:59:39Z</dcterms:created>
  <dcterms:modified xsi:type="dcterms:W3CDTF">2025-11-24T04:31:50Z</dcterms:modified>
</cp:coreProperties>
</file>