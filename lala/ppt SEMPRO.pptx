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6" r:id="rId5"/>
    <p:sldId id="277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72" r:id="rId14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HK Grotesk" panose="020B0604020202020204" charset="0"/>
      <p:regular r:id="rId17"/>
    </p:embeddedFont>
    <p:embeddedFont>
      <p:font typeface="Poppi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8A178-84CA-4B48-AC4D-2A7385F90563}" v="12" dt="2026-06-07T15:58:54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ISAH WAHYUNINGTYAS" userId="e7d79a848fede652" providerId="LiveId" clId="{84936941-E5E4-4389-8F1D-B0143291FB20}"/>
    <pc:docChg chg="undo custSel addSld delSld modSld sldOrd">
      <pc:chgData name="KHALISAH WAHYUNINGTYAS" userId="e7d79a848fede652" providerId="LiveId" clId="{84936941-E5E4-4389-8F1D-B0143291FB20}" dt="2026-06-07T16:16:45.524" v="863" actId="114"/>
      <pc:docMkLst>
        <pc:docMk/>
      </pc:docMkLst>
      <pc:sldChg chg="addSp delSp modSp mod">
        <pc:chgData name="KHALISAH WAHYUNINGTYAS" userId="e7d79a848fede652" providerId="LiveId" clId="{84936941-E5E4-4389-8F1D-B0143291FB20}" dt="2026-06-07T14:41:25.526" v="58" actId="113"/>
        <pc:sldMkLst>
          <pc:docMk/>
          <pc:sldMk cId="0" sldId="257"/>
        </pc:sldMkLst>
        <pc:spChg chg="mod">
          <ac:chgData name="KHALISAH WAHYUNINGTYAS" userId="e7d79a848fede652" providerId="LiveId" clId="{84936941-E5E4-4389-8F1D-B0143291FB20}" dt="2026-06-07T14:32:43.736" v="20" actId="20577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KHALISAH WAHYUNINGTYAS" userId="e7d79a848fede652" providerId="LiveId" clId="{84936941-E5E4-4389-8F1D-B0143291FB20}" dt="2026-06-07T14:31:46.080" v="1" actId="478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KHALISAH WAHYUNINGTYAS" userId="e7d79a848fede652" providerId="LiveId" clId="{84936941-E5E4-4389-8F1D-B0143291FB20}" dt="2026-06-07T14:41:21.184" v="57" actId="113"/>
          <ac:spMkLst>
            <pc:docMk/>
            <pc:sldMk cId="0" sldId="257"/>
            <ac:spMk id="16" creationId="{C3C7B88A-CA78-ACBF-9532-1C1522BFEED7}"/>
          </ac:spMkLst>
        </pc:spChg>
        <pc:spChg chg="del mod">
          <ac:chgData name="KHALISAH WAHYUNINGTYAS" userId="e7d79a848fede652" providerId="LiveId" clId="{84936941-E5E4-4389-8F1D-B0143291FB20}" dt="2026-06-07T14:32:38.506" v="17"/>
          <ac:spMkLst>
            <pc:docMk/>
            <pc:sldMk cId="0" sldId="257"/>
            <ac:spMk id="17" creationId="{136DB07E-3030-BF77-5023-42E575A38B05}"/>
          </ac:spMkLst>
        </pc:spChg>
        <pc:spChg chg="add del mod">
          <ac:chgData name="KHALISAH WAHYUNINGTYAS" userId="e7d79a848fede652" providerId="LiveId" clId="{84936941-E5E4-4389-8F1D-B0143291FB20}" dt="2026-06-07T14:38:30.770" v="36" actId="478"/>
          <ac:spMkLst>
            <pc:docMk/>
            <pc:sldMk cId="0" sldId="257"/>
            <ac:spMk id="19" creationId="{DA395D63-642F-FC9E-B287-89DA30C49665}"/>
          </ac:spMkLst>
        </pc:spChg>
        <pc:spChg chg="add mod">
          <ac:chgData name="KHALISAH WAHYUNINGTYAS" userId="e7d79a848fede652" providerId="LiveId" clId="{84936941-E5E4-4389-8F1D-B0143291FB20}" dt="2026-06-07T14:41:25.526" v="58" actId="113"/>
          <ac:spMkLst>
            <pc:docMk/>
            <pc:sldMk cId="0" sldId="257"/>
            <ac:spMk id="21" creationId="{D9C71040-039A-9B98-9131-F81FF296E5C2}"/>
          </ac:spMkLst>
        </pc:spChg>
        <pc:spChg chg="add mod">
          <ac:chgData name="KHALISAH WAHYUNINGTYAS" userId="e7d79a848fede652" providerId="LiveId" clId="{84936941-E5E4-4389-8F1D-B0143291FB20}" dt="2026-06-07T14:41:08.387" v="55" actId="14100"/>
          <ac:spMkLst>
            <pc:docMk/>
            <pc:sldMk cId="0" sldId="257"/>
            <ac:spMk id="23" creationId="{561D4318-0A18-2617-D4F1-C80992B52B34}"/>
          </ac:spMkLst>
        </pc:spChg>
        <pc:grpChg chg="mod">
          <ac:chgData name="KHALISAH WAHYUNINGTYAS" userId="e7d79a848fede652" providerId="LiveId" clId="{84936941-E5E4-4389-8F1D-B0143291FB20}" dt="2026-06-07T14:32:30.154" v="14" actId="14100"/>
          <ac:grpSpMkLst>
            <pc:docMk/>
            <pc:sldMk cId="0" sldId="257"/>
            <ac:grpSpMk id="2" creationId="{00000000-0000-0000-0000-000000000000}"/>
          </ac:grpSpMkLst>
        </pc:grpChg>
        <pc:grpChg chg="mod">
          <ac:chgData name="KHALISAH WAHYUNINGTYAS" userId="e7d79a848fede652" providerId="LiveId" clId="{84936941-E5E4-4389-8F1D-B0143291FB20}" dt="2026-06-07T14:32:17.217" v="9" actId="14100"/>
          <ac:grpSpMkLst>
            <pc:docMk/>
            <pc:sldMk cId="0" sldId="257"/>
            <ac:grpSpMk id="14" creationId="{00000000-0000-0000-0000-000000000000}"/>
          </ac:grpSpMkLst>
        </pc:grpChg>
        <pc:picChg chg="add mod">
          <ac:chgData name="KHALISAH WAHYUNINGTYAS" userId="e7d79a848fede652" providerId="LiveId" clId="{84936941-E5E4-4389-8F1D-B0143291FB20}" dt="2026-06-07T14:38:52.297" v="39" actId="1076"/>
          <ac:picMkLst>
            <pc:docMk/>
            <pc:sldMk cId="0" sldId="257"/>
            <ac:picMk id="8" creationId="{1AD9223D-A69E-F1ED-6EE7-1B3DBE54240C}"/>
          </ac:picMkLst>
        </pc:picChg>
        <pc:picChg chg="add mod">
          <ac:chgData name="KHALISAH WAHYUNINGTYAS" userId="e7d79a848fede652" providerId="LiveId" clId="{84936941-E5E4-4389-8F1D-B0143291FB20}" dt="2026-06-07T14:33:36.456" v="25" actId="14100"/>
          <ac:picMkLst>
            <pc:docMk/>
            <pc:sldMk cId="0" sldId="257"/>
            <ac:picMk id="10" creationId="{F392670D-AAE9-3050-3535-B3BB2921C658}"/>
          </ac:picMkLst>
        </pc:picChg>
      </pc:sldChg>
      <pc:sldChg chg="addSp delSp modSp mod">
        <pc:chgData name="KHALISAH WAHYUNINGTYAS" userId="e7d79a848fede652" providerId="LiveId" clId="{84936941-E5E4-4389-8F1D-B0143291FB20}" dt="2026-06-07T14:51:54.720" v="152" actId="255"/>
        <pc:sldMkLst>
          <pc:docMk/>
          <pc:sldMk cId="0" sldId="258"/>
        </pc:sldMkLst>
        <pc:spChg chg="add mod">
          <ac:chgData name="KHALISAH WAHYUNINGTYAS" userId="e7d79a848fede652" providerId="LiveId" clId="{84936941-E5E4-4389-8F1D-B0143291FB20}" dt="2026-06-07T14:43:17.478" v="68" actId="20577"/>
          <ac:spMkLst>
            <pc:docMk/>
            <pc:sldMk cId="0" sldId="258"/>
            <ac:spMk id="8" creationId="{F665F3C6-ED7C-92B4-723A-11C88A058FAC}"/>
          </ac:spMkLst>
        </pc:spChg>
        <pc:spChg chg="add del">
          <ac:chgData name="KHALISAH WAHYUNINGTYAS" userId="e7d79a848fede652" providerId="LiveId" clId="{84936941-E5E4-4389-8F1D-B0143291FB20}" dt="2026-06-07T14:44:26.266" v="71" actId="22"/>
          <ac:spMkLst>
            <pc:docMk/>
            <pc:sldMk cId="0" sldId="258"/>
            <ac:spMk id="15" creationId="{453D0DA3-49E8-2AF5-EEAA-90A3BAFEE6B7}"/>
          </ac:spMkLst>
        </pc:spChg>
        <pc:spChg chg="add mod">
          <ac:chgData name="KHALISAH WAHYUNINGTYAS" userId="e7d79a848fede652" providerId="LiveId" clId="{84936941-E5E4-4389-8F1D-B0143291FB20}" dt="2026-06-07T14:51:54.720" v="152" actId="255"/>
          <ac:spMkLst>
            <pc:docMk/>
            <pc:sldMk cId="0" sldId="258"/>
            <ac:spMk id="18" creationId="{A96DA495-D6AC-34AC-DFD1-5E4A050D05A3}"/>
          </ac:spMkLst>
        </pc:spChg>
        <pc:spChg chg="add mod">
          <ac:chgData name="KHALISAH WAHYUNINGTYAS" userId="e7d79a848fede652" providerId="LiveId" clId="{84936941-E5E4-4389-8F1D-B0143291FB20}" dt="2026-06-07T14:51:00.067" v="140" actId="207"/>
          <ac:spMkLst>
            <pc:docMk/>
            <pc:sldMk cId="0" sldId="258"/>
            <ac:spMk id="20" creationId="{ABDB098E-3F16-C002-8506-6EA4E5134123}"/>
          </ac:spMkLst>
        </pc:spChg>
        <pc:grpChg chg="mod">
          <ac:chgData name="KHALISAH WAHYUNINGTYAS" userId="e7d79a848fede652" providerId="LiveId" clId="{84936941-E5E4-4389-8F1D-B0143291FB20}" dt="2026-06-07T14:47:37.472" v="112" actId="14100"/>
          <ac:grpSpMkLst>
            <pc:docMk/>
            <pc:sldMk cId="0" sldId="258"/>
            <ac:grpSpMk id="11" creationId="{00000000-0000-0000-0000-000000000000}"/>
          </ac:grpSpMkLst>
        </pc:grpChg>
        <pc:picChg chg="del mod">
          <ac:chgData name="KHALISAH WAHYUNINGTYAS" userId="e7d79a848fede652" providerId="LiveId" clId="{84936941-E5E4-4389-8F1D-B0143291FB20}" dt="2026-06-07T14:42:34.173" v="61" actId="478"/>
          <ac:picMkLst>
            <pc:docMk/>
            <pc:sldMk cId="0" sldId="258"/>
            <ac:picMk id="16" creationId="{CC28D0ED-EB4B-2570-890C-17ABB934FF50}"/>
          </ac:picMkLst>
        </pc:picChg>
        <pc:picChg chg="add mod ord">
          <ac:chgData name="KHALISAH WAHYUNINGTYAS" userId="e7d79a848fede652" providerId="LiveId" clId="{84936941-E5E4-4389-8F1D-B0143291FB20}" dt="2026-06-07T14:51:12.851" v="144" actId="14100"/>
          <ac:picMkLst>
            <pc:docMk/>
            <pc:sldMk cId="0" sldId="258"/>
            <ac:picMk id="23" creationId="{D0CDA046-7D6F-F2FE-A733-EB9DCFF38B07}"/>
          </ac:picMkLst>
        </pc:picChg>
      </pc:sldChg>
      <pc:sldChg chg="addSp delSp modSp mod">
        <pc:chgData name="KHALISAH WAHYUNINGTYAS" userId="e7d79a848fede652" providerId="LiveId" clId="{84936941-E5E4-4389-8F1D-B0143291FB20}" dt="2026-06-07T15:10:37.826" v="350" actId="1076"/>
        <pc:sldMkLst>
          <pc:docMk/>
          <pc:sldMk cId="0" sldId="259"/>
        </pc:sldMkLst>
        <pc:spChg chg="mod">
          <ac:chgData name="KHALISAH WAHYUNINGTYAS" userId="e7d79a848fede652" providerId="LiveId" clId="{84936941-E5E4-4389-8F1D-B0143291FB20}" dt="2026-06-07T15:02:51.654" v="320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KHALISAH WAHYUNINGTYAS" userId="e7d79a848fede652" providerId="LiveId" clId="{84936941-E5E4-4389-8F1D-B0143291FB20}" dt="2026-06-07T15:02:47.257" v="319" actId="14100"/>
          <ac:spMkLst>
            <pc:docMk/>
            <pc:sldMk cId="0" sldId="259"/>
            <ac:spMk id="10" creationId="{00000000-0000-0000-0000-000000000000}"/>
          </ac:spMkLst>
        </pc:spChg>
        <pc:spChg chg="add mod">
          <ac:chgData name="KHALISAH WAHYUNINGTYAS" userId="e7d79a848fede652" providerId="LiveId" clId="{84936941-E5E4-4389-8F1D-B0143291FB20}" dt="2026-06-07T15:05:23.541" v="340" actId="14100"/>
          <ac:spMkLst>
            <pc:docMk/>
            <pc:sldMk cId="0" sldId="259"/>
            <ac:spMk id="12" creationId="{8F7A4276-233D-4199-5F2E-720DF5941DD9}"/>
          </ac:spMkLst>
        </pc:spChg>
        <pc:spChg chg="add mod">
          <ac:chgData name="KHALISAH WAHYUNINGTYAS" userId="e7d79a848fede652" providerId="LiveId" clId="{84936941-E5E4-4389-8F1D-B0143291FB20}" dt="2026-06-07T15:07:46.696" v="342" actId="14100"/>
          <ac:spMkLst>
            <pc:docMk/>
            <pc:sldMk cId="0" sldId="259"/>
            <ac:spMk id="16" creationId="{05E0921A-24BF-6A39-CFE0-BBD88C1737DF}"/>
          </ac:spMkLst>
        </pc:spChg>
        <pc:spChg chg="del mod">
          <ac:chgData name="KHALISAH WAHYUNINGTYAS" userId="e7d79a848fede652" providerId="LiveId" clId="{84936941-E5E4-4389-8F1D-B0143291FB20}" dt="2026-06-07T15:02:59.126" v="322" actId="478"/>
          <ac:spMkLst>
            <pc:docMk/>
            <pc:sldMk cId="0" sldId="259"/>
            <ac:spMk id="19" creationId="{8BA78560-681F-6E13-A0B7-283432785506}"/>
          </ac:spMkLst>
        </pc:spChg>
        <pc:spChg chg="add mod">
          <ac:chgData name="KHALISAH WAHYUNINGTYAS" userId="e7d79a848fede652" providerId="LiveId" clId="{84936941-E5E4-4389-8F1D-B0143291FB20}" dt="2026-06-07T15:10:32.088" v="349" actId="1076"/>
          <ac:spMkLst>
            <pc:docMk/>
            <pc:sldMk cId="0" sldId="259"/>
            <ac:spMk id="22" creationId="{0C130CD9-6B1A-A5D7-9227-3F78404D478A}"/>
          </ac:spMkLst>
        </pc:spChg>
        <pc:grpChg chg="mod">
          <ac:chgData name="KHALISAH WAHYUNINGTYAS" userId="e7d79a848fede652" providerId="LiveId" clId="{84936941-E5E4-4389-8F1D-B0143291FB20}" dt="2026-06-07T15:04:14.334" v="331" actId="14100"/>
          <ac:grpSpMkLst>
            <pc:docMk/>
            <pc:sldMk cId="0" sldId="259"/>
            <ac:grpSpMk id="9" creationId="{00000000-0000-0000-0000-000000000000}"/>
          </ac:grpSpMkLst>
        </pc:grpChg>
        <pc:grpChg chg="del mod">
          <ac:chgData name="KHALISAH WAHYUNINGTYAS" userId="e7d79a848fede652" providerId="LiveId" clId="{84936941-E5E4-4389-8F1D-B0143291FB20}" dt="2026-06-07T15:04:06.701" v="330" actId="478"/>
          <ac:grpSpMkLst>
            <pc:docMk/>
            <pc:sldMk cId="0" sldId="259"/>
            <ac:grpSpMk id="13" creationId="{00000000-0000-0000-0000-000000000000}"/>
          </ac:grpSpMkLst>
        </pc:grpChg>
        <pc:picChg chg="add mod">
          <ac:chgData name="KHALISAH WAHYUNINGTYAS" userId="e7d79a848fede652" providerId="LiveId" clId="{84936941-E5E4-4389-8F1D-B0143291FB20}" dt="2026-06-07T15:10:37.826" v="350" actId="1076"/>
          <ac:picMkLst>
            <pc:docMk/>
            <pc:sldMk cId="0" sldId="259"/>
            <ac:picMk id="20" creationId="{348C036E-27E3-84F3-5D89-15EEC4FD7132}"/>
          </ac:picMkLst>
        </pc:picChg>
      </pc:sldChg>
      <pc:sldChg chg="addSp delSp modSp mod">
        <pc:chgData name="KHALISAH WAHYUNINGTYAS" userId="e7d79a848fede652" providerId="LiveId" clId="{84936941-E5E4-4389-8F1D-B0143291FB20}" dt="2026-06-07T15:27:35.937" v="467" actId="12"/>
        <pc:sldMkLst>
          <pc:docMk/>
          <pc:sldMk cId="0" sldId="260"/>
        </pc:sldMkLst>
        <pc:spChg chg="del">
          <ac:chgData name="KHALISAH WAHYUNINGTYAS" userId="e7d79a848fede652" providerId="LiveId" clId="{84936941-E5E4-4389-8F1D-B0143291FB20}" dt="2026-06-07T15:23:36.889" v="425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23:02.792" v="417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23:05.428" v="418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23:08.803" v="41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23:12.072" v="420" actId="478"/>
          <ac:spMkLst>
            <pc:docMk/>
            <pc:sldMk cId="0" sldId="260"/>
            <ac:spMk id="9" creationId="{00000000-0000-0000-0000-000000000000}"/>
          </ac:spMkLst>
        </pc:spChg>
        <pc:spChg chg="add mod">
          <ac:chgData name="KHALISAH WAHYUNINGTYAS" userId="e7d79a848fede652" providerId="LiveId" clId="{84936941-E5E4-4389-8F1D-B0143291FB20}" dt="2026-06-07T15:23:33.642" v="424" actId="1076"/>
          <ac:spMkLst>
            <pc:docMk/>
            <pc:sldMk cId="0" sldId="260"/>
            <ac:spMk id="11" creationId="{BFCDD06F-5490-34C3-6054-B6ED51614BEC}"/>
          </ac:spMkLst>
        </pc:spChg>
        <pc:spChg chg="del">
          <ac:chgData name="KHALISAH WAHYUNINGTYAS" userId="e7d79a848fede652" providerId="LiveId" clId="{84936941-E5E4-4389-8F1D-B0143291FB20}" dt="2026-06-07T15:11:56.756" v="358" actId="478"/>
          <ac:spMkLst>
            <pc:docMk/>
            <pc:sldMk cId="0" sldId="260"/>
            <ac:spMk id="20" creationId="{71AB7ACE-02E9-FB63-507E-B54412FDDE3C}"/>
          </ac:spMkLst>
        </pc:spChg>
        <pc:spChg chg="add mod">
          <ac:chgData name="KHALISAH WAHYUNINGTYAS" userId="e7d79a848fede652" providerId="LiveId" clId="{84936941-E5E4-4389-8F1D-B0143291FB20}" dt="2026-06-07T15:26:26.218" v="453" actId="20577"/>
          <ac:spMkLst>
            <pc:docMk/>
            <pc:sldMk cId="0" sldId="260"/>
            <ac:spMk id="21" creationId="{825A6FA8-2D70-86D5-1EFB-229C41794362}"/>
          </ac:spMkLst>
        </pc:spChg>
        <pc:spChg chg="del">
          <ac:chgData name="KHALISAH WAHYUNINGTYAS" userId="e7d79a848fede652" providerId="LiveId" clId="{84936941-E5E4-4389-8F1D-B0143291FB20}" dt="2026-06-07T15:11:54.535" v="357" actId="478"/>
          <ac:spMkLst>
            <pc:docMk/>
            <pc:sldMk cId="0" sldId="260"/>
            <ac:spMk id="22" creationId="{6F61F2FB-C560-BE7E-8170-F84F6BC6B611}"/>
          </ac:spMkLst>
        </pc:spChg>
        <pc:spChg chg="del mod">
          <ac:chgData name="KHALISAH WAHYUNINGTYAS" userId="e7d79a848fede652" providerId="LiveId" clId="{84936941-E5E4-4389-8F1D-B0143291FB20}" dt="2026-06-07T15:12:00.313" v="359" actId="478"/>
          <ac:spMkLst>
            <pc:docMk/>
            <pc:sldMk cId="0" sldId="260"/>
            <ac:spMk id="24" creationId="{A3732E70-DA6C-6C55-19B9-10DA8C466E4C}"/>
          </ac:spMkLst>
        </pc:spChg>
        <pc:spChg chg="del mod">
          <ac:chgData name="KHALISAH WAHYUNINGTYAS" userId="e7d79a848fede652" providerId="LiveId" clId="{84936941-E5E4-4389-8F1D-B0143291FB20}" dt="2026-06-07T15:11:52.678" v="356" actId="478"/>
          <ac:spMkLst>
            <pc:docMk/>
            <pc:sldMk cId="0" sldId="260"/>
            <ac:spMk id="25" creationId="{7ECF5B34-72E6-8D45-566B-57E94ADC4A6D}"/>
          </ac:spMkLst>
        </pc:spChg>
        <pc:spChg chg="add mod">
          <ac:chgData name="KHALISAH WAHYUNINGTYAS" userId="e7d79a848fede652" providerId="LiveId" clId="{84936941-E5E4-4389-8F1D-B0143291FB20}" dt="2026-06-07T15:27:35.937" v="467" actId="12"/>
          <ac:spMkLst>
            <pc:docMk/>
            <pc:sldMk cId="0" sldId="260"/>
            <ac:spMk id="26" creationId="{6B5928EA-7D7A-3020-149A-FDD04013E246}"/>
          </ac:spMkLst>
        </pc:spChg>
        <pc:grpChg chg="mod">
          <ac:chgData name="KHALISAH WAHYUNINGTYAS" userId="e7d79a848fede652" providerId="LiveId" clId="{84936941-E5E4-4389-8F1D-B0143291FB20}" dt="2026-06-07T15:24:34.301" v="432" actId="14100"/>
          <ac:grpSpMkLst>
            <pc:docMk/>
            <pc:sldMk cId="0" sldId="260"/>
            <ac:grpSpMk id="2" creationId="{00000000-0000-0000-0000-000000000000}"/>
          </ac:grpSpMkLst>
        </pc:grpChg>
        <pc:grpChg chg="mod">
          <ac:chgData name="KHALISAH WAHYUNINGTYAS" userId="e7d79a848fede652" providerId="LiveId" clId="{84936941-E5E4-4389-8F1D-B0143291FB20}" dt="2026-06-07T15:24:30.516" v="431" actId="14100"/>
          <ac:grpSpMkLst>
            <pc:docMk/>
            <pc:sldMk cId="0" sldId="260"/>
            <ac:grpSpMk id="12" creationId="{00000000-0000-0000-0000-000000000000}"/>
          </ac:grpSpMkLst>
        </pc:grpChg>
        <pc:grpChg chg="add del mod">
          <ac:chgData name="KHALISAH WAHYUNINGTYAS" userId="e7d79a848fede652" providerId="LiveId" clId="{84936941-E5E4-4389-8F1D-B0143291FB20}" dt="2026-06-07T15:24:37.501" v="433" actId="14100"/>
          <ac:grpSpMkLst>
            <pc:docMk/>
            <pc:sldMk cId="0" sldId="260"/>
            <ac:grpSpMk id="14" creationId="{00000000-0000-0000-0000-000000000000}"/>
          </ac:grpSpMkLst>
        </pc:grpChg>
      </pc:sldChg>
      <pc:sldChg chg="addSp delSp modSp mod">
        <pc:chgData name="KHALISAH WAHYUNINGTYAS" userId="e7d79a848fede652" providerId="LiveId" clId="{84936941-E5E4-4389-8F1D-B0143291FB20}" dt="2026-06-07T16:16:45.524" v="863" actId="114"/>
        <pc:sldMkLst>
          <pc:docMk/>
          <pc:sldMk cId="0" sldId="261"/>
        </pc:sldMkLst>
        <pc:spChg chg="mod">
          <ac:chgData name="KHALISAH WAHYUNINGTYAS" userId="e7d79a848fede652" providerId="LiveId" clId="{84936941-E5E4-4389-8F1D-B0143291FB20}" dt="2026-06-07T15:28:36.010" v="479" actId="20577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KHALISAH WAHYUNINGTYAS" userId="e7d79a848fede652" providerId="LiveId" clId="{84936941-E5E4-4389-8F1D-B0143291FB20}" dt="2026-06-07T16:16:45.524" v="863" actId="114"/>
          <ac:spMkLst>
            <pc:docMk/>
            <pc:sldMk cId="0" sldId="261"/>
            <ac:spMk id="9" creationId="{46895115-F54B-7C3C-7A1E-0315714A1D99}"/>
          </ac:spMkLst>
        </pc:spChg>
        <pc:spChg chg="mod">
          <ac:chgData name="KHALISAH WAHYUNINGTYAS" userId="e7d79a848fede652" providerId="LiveId" clId="{84936941-E5E4-4389-8F1D-B0143291FB20}" dt="2026-06-07T15:29:04.673" v="526" actId="20577"/>
          <ac:spMkLst>
            <pc:docMk/>
            <pc:sldMk cId="0" sldId="261"/>
            <ac:spMk id="18" creationId="{3856D676-3E4B-20AB-CA68-738D623D0543}"/>
          </ac:spMkLst>
        </pc:spChg>
        <pc:spChg chg="del">
          <ac:chgData name="KHALISAH WAHYUNINGTYAS" userId="e7d79a848fede652" providerId="LiveId" clId="{84936941-E5E4-4389-8F1D-B0143291FB20}" dt="2026-06-07T15:29:12.803" v="528" actId="478"/>
          <ac:spMkLst>
            <pc:docMk/>
            <pc:sldMk cId="0" sldId="261"/>
            <ac:spMk id="20" creationId="{D3EE85DA-3A5A-B064-CA2C-4188167ABC58}"/>
          </ac:spMkLst>
        </pc:spChg>
        <pc:spChg chg="del">
          <ac:chgData name="KHALISAH WAHYUNINGTYAS" userId="e7d79a848fede652" providerId="LiveId" clId="{84936941-E5E4-4389-8F1D-B0143291FB20}" dt="2026-06-07T15:29:09.203" v="527" actId="478"/>
          <ac:spMkLst>
            <pc:docMk/>
            <pc:sldMk cId="0" sldId="261"/>
            <ac:spMk id="22" creationId="{8F48E82C-72CC-5692-8435-4B0EC1661232}"/>
          </ac:spMkLst>
        </pc:spChg>
        <pc:spChg chg="del">
          <ac:chgData name="KHALISAH WAHYUNINGTYAS" userId="e7d79a848fede652" providerId="LiveId" clId="{84936941-E5E4-4389-8F1D-B0143291FB20}" dt="2026-06-07T15:29:15.122" v="529" actId="478"/>
          <ac:spMkLst>
            <pc:docMk/>
            <pc:sldMk cId="0" sldId="261"/>
            <ac:spMk id="24" creationId="{870561F9-9F6E-5946-F658-0C56E4205ABA}"/>
          </ac:spMkLst>
        </pc:spChg>
        <pc:spChg chg="del">
          <ac:chgData name="KHALISAH WAHYUNINGTYAS" userId="e7d79a848fede652" providerId="LiveId" clId="{84936941-E5E4-4389-8F1D-B0143291FB20}" dt="2026-06-07T15:29:18.232" v="530" actId="478"/>
          <ac:spMkLst>
            <pc:docMk/>
            <pc:sldMk cId="0" sldId="261"/>
            <ac:spMk id="26" creationId="{B4DE5652-10D6-3B16-E97B-5DB500460182}"/>
          </ac:spMkLst>
        </pc:spChg>
        <pc:grpChg chg="mod">
          <ac:chgData name="KHALISAH WAHYUNINGTYAS" userId="e7d79a848fede652" providerId="LiveId" clId="{84936941-E5E4-4389-8F1D-B0143291FB20}" dt="2026-06-07T16:16:09.648" v="858" actId="14100"/>
          <ac:grpSpMkLst>
            <pc:docMk/>
            <pc:sldMk cId="0" sldId="261"/>
            <ac:grpSpMk id="13" creationId="{00000000-0000-0000-0000-000000000000}"/>
          </ac:grpSpMkLst>
        </pc:grpChg>
      </pc:sldChg>
      <pc:sldChg chg="addSp delSp modSp mod">
        <pc:chgData name="KHALISAH WAHYUNINGTYAS" userId="e7d79a848fede652" providerId="LiveId" clId="{84936941-E5E4-4389-8F1D-B0143291FB20}" dt="2026-06-07T15:45:07.662" v="618" actId="1076"/>
        <pc:sldMkLst>
          <pc:docMk/>
          <pc:sldMk cId="0" sldId="262"/>
        </pc:sldMkLst>
        <pc:spChg chg="del">
          <ac:chgData name="KHALISAH WAHYUNINGTYAS" userId="e7d79a848fede652" providerId="LiveId" clId="{84936941-E5E4-4389-8F1D-B0143291FB20}" dt="2026-06-07T15:44:26.457" v="607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4:31.125" v="608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4:33.773" v="609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4:35.899" v="610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KHALISAH WAHYUNINGTYAS" userId="e7d79a848fede652" providerId="LiveId" clId="{84936941-E5E4-4389-8F1D-B0143291FB20}" dt="2026-06-07T15:43:49.044" v="577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KHALISAH WAHYUNINGTYAS" userId="e7d79a848fede652" providerId="LiveId" clId="{84936941-E5E4-4389-8F1D-B0143291FB20}" dt="2026-06-07T15:44:39.450" v="611" actId="1076"/>
          <ac:spMkLst>
            <pc:docMk/>
            <pc:sldMk cId="0" sldId="262"/>
            <ac:spMk id="19" creationId="{BF7BAB92-3F1C-2FA5-443F-B25D6C294C84}"/>
          </ac:spMkLst>
        </pc:spChg>
        <pc:spChg chg="del">
          <ac:chgData name="KHALISAH WAHYUNINGTYAS" userId="e7d79a848fede652" providerId="LiveId" clId="{84936941-E5E4-4389-8F1D-B0143291FB20}" dt="2026-06-07T15:42:20.534" v="568" actId="478"/>
          <ac:spMkLst>
            <pc:docMk/>
            <pc:sldMk cId="0" sldId="262"/>
            <ac:spMk id="21" creationId="{2DB3A0AE-C2D9-31AD-F569-932E6088C9F5}"/>
          </ac:spMkLst>
        </pc:spChg>
        <pc:spChg chg="del mod">
          <ac:chgData name="KHALISAH WAHYUNINGTYAS" userId="e7d79a848fede652" providerId="LiveId" clId="{84936941-E5E4-4389-8F1D-B0143291FB20}" dt="2026-06-07T15:41:37.358" v="561" actId="478"/>
          <ac:spMkLst>
            <pc:docMk/>
            <pc:sldMk cId="0" sldId="262"/>
            <ac:spMk id="23" creationId="{FE73A6A9-5443-5380-F789-4F78D9A2A453}"/>
          </ac:spMkLst>
        </pc:spChg>
        <pc:spChg chg="del">
          <ac:chgData name="KHALISAH WAHYUNINGTYAS" userId="e7d79a848fede652" providerId="LiveId" clId="{84936941-E5E4-4389-8F1D-B0143291FB20}" dt="2026-06-07T15:42:15.717" v="567" actId="478"/>
          <ac:spMkLst>
            <pc:docMk/>
            <pc:sldMk cId="0" sldId="262"/>
            <ac:spMk id="25" creationId="{3F0592FC-CB9E-E919-C9CF-D1782A3D27BE}"/>
          </ac:spMkLst>
        </pc:spChg>
        <pc:grpChg chg="del">
          <ac:chgData name="KHALISAH WAHYUNINGTYAS" userId="e7d79a848fede652" providerId="LiveId" clId="{84936941-E5E4-4389-8F1D-B0143291FB20}" dt="2026-06-07T15:43:25.738" v="570" actId="478"/>
          <ac:grpSpMkLst>
            <pc:docMk/>
            <pc:sldMk cId="0" sldId="262"/>
            <ac:grpSpMk id="6" creationId="{00000000-0000-0000-0000-000000000000}"/>
          </ac:grpSpMkLst>
        </pc:grpChg>
        <pc:grpChg chg="del">
          <ac:chgData name="KHALISAH WAHYUNINGTYAS" userId="e7d79a848fede652" providerId="LiveId" clId="{84936941-E5E4-4389-8F1D-B0143291FB20}" dt="2026-06-07T15:43:23.006" v="569" actId="478"/>
          <ac:grpSpMkLst>
            <pc:docMk/>
            <pc:sldMk cId="0" sldId="262"/>
            <ac:grpSpMk id="13" creationId="{00000000-0000-0000-0000-000000000000}"/>
          </ac:grpSpMkLst>
        </pc:grpChg>
        <pc:grpChg chg="mod">
          <ac:chgData name="KHALISAH WAHYUNINGTYAS" userId="e7d79a848fede652" providerId="LiveId" clId="{84936941-E5E4-4389-8F1D-B0143291FB20}" dt="2026-06-07T15:43:34.663" v="573" actId="14100"/>
          <ac:grpSpMkLst>
            <pc:docMk/>
            <pc:sldMk cId="0" sldId="262"/>
            <ac:grpSpMk id="15" creationId="{00000000-0000-0000-0000-000000000000}"/>
          </ac:grpSpMkLst>
        </pc:grpChg>
        <pc:picChg chg="add mod">
          <ac:chgData name="KHALISAH WAHYUNINGTYAS" userId="e7d79a848fede652" providerId="LiveId" clId="{84936941-E5E4-4389-8F1D-B0143291FB20}" dt="2026-06-07T15:45:07.662" v="618" actId="1076"/>
          <ac:picMkLst>
            <pc:docMk/>
            <pc:sldMk cId="0" sldId="262"/>
            <ac:picMk id="11" creationId="{3EE4F8AA-7866-5296-72CE-DDB3D803123E}"/>
          </ac:picMkLst>
        </pc:picChg>
      </pc:sldChg>
      <pc:sldChg chg="delSp del mod">
        <pc:chgData name="KHALISAH WAHYUNINGTYAS" userId="e7d79a848fede652" providerId="LiveId" clId="{84936941-E5E4-4389-8F1D-B0143291FB20}" dt="2026-06-07T15:59:57.772" v="793" actId="2696"/>
        <pc:sldMkLst>
          <pc:docMk/>
          <pc:sldMk cId="4232907890" sldId="263"/>
        </pc:sldMkLst>
        <pc:graphicFrameChg chg="del">
          <ac:chgData name="KHALISAH WAHYUNINGTYAS" userId="e7d79a848fede652" providerId="LiveId" clId="{84936941-E5E4-4389-8F1D-B0143291FB20}" dt="2026-06-07T15:59:50.929" v="792" actId="478"/>
          <ac:graphicFrameMkLst>
            <pc:docMk/>
            <pc:sldMk cId="4232907890" sldId="263"/>
            <ac:graphicFrameMk id="24" creationId="{B280C53F-CF6F-8AE8-E238-59FF29804778}"/>
          </ac:graphicFrameMkLst>
        </pc:graphicFrameChg>
      </pc:sldChg>
      <pc:sldChg chg="addSp delSp modSp mod">
        <pc:chgData name="KHALISAH WAHYUNINGTYAS" userId="e7d79a848fede652" providerId="LiveId" clId="{84936941-E5E4-4389-8F1D-B0143291FB20}" dt="2026-06-07T15:47:51.238" v="662" actId="1076"/>
        <pc:sldMkLst>
          <pc:docMk/>
          <pc:sldMk cId="0" sldId="264"/>
        </pc:sldMkLst>
        <pc:spChg chg="del">
          <ac:chgData name="KHALISAH WAHYUNINGTYAS" userId="e7d79a848fede652" providerId="LiveId" clId="{84936941-E5E4-4389-8F1D-B0143291FB20}" dt="2026-06-07T15:46:11.971" v="630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6:15.289" v="631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6:17.024" v="632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6:20.096" v="633" actId="478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KHALISAH WAHYUNINGTYAS" userId="e7d79a848fede652" providerId="LiveId" clId="{84936941-E5E4-4389-8F1D-B0143291FB20}" dt="2026-06-07T15:47:51.238" v="662" actId="1076"/>
          <ac:spMkLst>
            <pc:docMk/>
            <pc:sldMk cId="0" sldId="264"/>
            <ac:spMk id="7" creationId="{0C3CAD1A-71D1-47C8-EA62-9E725739F568}"/>
          </ac:spMkLst>
        </pc:spChg>
        <pc:spChg chg="del mod">
          <ac:chgData name="KHALISAH WAHYUNINGTYAS" userId="e7d79a848fede652" providerId="LiveId" clId="{84936941-E5E4-4389-8F1D-B0143291FB20}" dt="2026-06-07T15:46:07.671" v="62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6:07.671" v="626" actId="478"/>
          <ac:spMkLst>
            <pc:docMk/>
            <pc:sldMk cId="0" sldId="264"/>
            <ac:spMk id="26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6:26.066" v="635" actId="4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45:52.410" v="619" actId="478"/>
          <ac:spMkLst>
            <pc:docMk/>
            <pc:sldMk cId="0" sldId="264"/>
            <ac:spMk id="32" creationId="{EC539AB8-C1DD-71FA-B60A-F95BB2969BB8}"/>
          </ac:spMkLst>
        </pc:spChg>
        <pc:spChg chg="del">
          <ac:chgData name="KHALISAH WAHYUNINGTYAS" userId="e7d79a848fede652" providerId="LiveId" clId="{84936941-E5E4-4389-8F1D-B0143291FB20}" dt="2026-06-07T15:45:57.927" v="622" actId="478"/>
          <ac:spMkLst>
            <pc:docMk/>
            <pc:sldMk cId="0" sldId="264"/>
            <ac:spMk id="34" creationId="{ED3B4916-257E-C394-28F0-C6A5089D6999}"/>
          </ac:spMkLst>
        </pc:spChg>
        <pc:spChg chg="del">
          <ac:chgData name="KHALISAH WAHYUNINGTYAS" userId="e7d79a848fede652" providerId="LiveId" clId="{84936941-E5E4-4389-8F1D-B0143291FB20}" dt="2026-06-07T15:45:56.421" v="621" actId="478"/>
          <ac:spMkLst>
            <pc:docMk/>
            <pc:sldMk cId="0" sldId="264"/>
            <ac:spMk id="36" creationId="{A18F44C6-9E6F-F142-831F-3AA148617D0D}"/>
          </ac:spMkLst>
        </pc:spChg>
        <pc:spChg chg="del">
          <ac:chgData name="KHALISAH WAHYUNINGTYAS" userId="e7d79a848fede652" providerId="LiveId" clId="{84936941-E5E4-4389-8F1D-B0143291FB20}" dt="2026-06-07T15:46:01.665" v="624" actId="478"/>
          <ac:spMkLst>
            <pc:docMk/>
            <pc:sldMk cId="0" sldId="264"/>
            <ac:spMk id="38" creationId="{61F99FC3-D87D-F4BD-6D23-324062AD453F}"/>
          </ac:spMkLst>
        </pc:spChg>
        <pc:grpChg chg="del">
          <ac:chgData name="KHALISAH WAHYUNINGTYAS" userId="e7d79a848fede652" providerId="LiveId" clId="{84936941-E5E4-4389-8F1D-B0143291FB20}" dt="2026-06-07T15:45:59.666" v="623" actId="478"/>
          <ac:grpSpMkLst>
            <pc:docMk/>
            <pc:sldMk cId="0" sldId="264"/>
            <ac:grpSpMk id="9" creationId="{00000000-0000-0000-0000-000000000000}"/>
          </ac:grpSpMkLst>
        </pc:grpChg>
        <pc:grpChg chg="del">
          <ac:chgData name="KHALISAH WAHYUNINGTYAS" userId="e7d79a848fede652" providerId="LiveId" clId="{84936941-E5E4-4389-8F1D-B0143291FB20}" dt="2026-06-07T15:45:53.983" v="620" actId="478"/>
          <ac:grpSpMkLst>
            <pc:docMk/>
            <pc:sldMk cId="0" sldId="264"/>
            <ac:grpSpMk id="12" creationId="{00000000-0000-0000-0000-000000000000}"/>
          </ac:grpSpMkLst>
        </pc:grpChg>
        <pc:grpChg chg="mod">
          <ac:chgData name="KHALISAH WAHYUNINGTYAS" userId="e7d79a848fede652" providerId="LiveId" clId="{84936941-E5E4-4389-8F1D-B0143291FB20}" dt="2026-06-07T15:46:32.386" v="636" actId="14100"/>
          <ac:grpSpMkLst>
            <pc:docMk/>
            <pc:sldMk cId="0" sldId="264"/>
            <ac:grpSpMk id="21" creationId="{00000000-0000-0000-0000-000000000000}"/>
          </ac:grpSpMkLst>
        </pc:grpChg>
        <pc:grpChg chg="del mod">
          <ac:chgData name="KHALISAH WAHYUNINGTYAS" userId="e7d79a848fede652" providerId="LiveId" clId="{84936941-E5E4-4389-8F1D-B0143291FB20}" dt="2026-06-07T15:47:43.335" v="660" actId="478"/>
          <ac:grpSpMkLst>
            <pc:docMk/>
            <pc:sldMk cId="0" sldId="264"/>
            <ac:grpSpMk id="28" creationId="{00000000-0000-0000-0000-000000000000}"/>
          </ac:grpSpMkLst>
        </pc:grpChg>
        <pc:picChg chg="add mod">
          <ac:chgData name="KHALISAH WAHYUNINGTYAS" userId="e7d79a848fede652" providerId="LiveId" clId="{84936941-E5E4-4389-8F1D-B0143291FB20}" dt="2026-06-07T15:47:47.690" v="661" actId="14100"/>
          <ac:picMkLst>
            <pc:docMk/>
            <pc:sldMk cId="0" sldId="264"/>
            <ac:picMk id="15" creationId="{0D857C24-40E7-27E5-3CF2-049987AA993A}"/>
          </ac:picMkLst>
        </pc:picChg>
      </pc:sldChg>
      <pc:sldChg chg="addSp delSp modSp mod">
        <pc:chgData name="KHALISAH WAHYUNINGTYAS" userId="e7d79a848fede652" providerId="LiveId" clId="{84936941-E5E4-4389-8F1D-B0143291FB20}" dt="2026-06-07T15:55:31.814" v="758" actId="14100"/>
        <pc:sldMkLst>
          <pc:docMk/>
          <pc:sldMk cId="0" sldId="265"/>
        </pc:sldMkLst>
        <pc:spChg chg="add mod">
          <ac:chgData name="KHALISAH WAHYUNINGTYAS" userId="e7d79a848fede652" providerId="LiveId" clId="{84936941-E5E4-4389-8F1D-B0143291FB20}" dt="2026-06-07T15:55:10.518" v="755" actId="113"/>
          <ac:spMkLst>
            <pc:docMk/>
            <pc:sldMk cId="0" sldId="265"/>
            <ac:spMk id="15" creationId="{80335E04-9819-B90A-C23A-BAA3ED85691E}"/>
          </ac:spMkLst>
        </pc:spChg>
        <pc:spChg chg="mod">
          <ac:chgData name="KHALISAH WAHYUNINGTYAS" userId="e7d79a848fede652" providerId="LiveId" clId="{84936941-E5E4-4389-8F1D-B0143291FB20}" dt="2026-06-07T15:53:02.228" v="737" actId="14100"/>
          <ac:spMkLst>
            <pc:docMk/>
            <pc:sldMk cId="0" sldId="265"/>
            <ac:spMk id="22" creationId="{DF6061C1-80C9-80A2-751C-0C72F7AB32F8}"/>
          </ac:spMkLst>
        </pc:spChg>
        <pc:spChg chg="del">
          <ac:chgData name="KHALISAH WAHYUNINGTYAS" userId="e7d79a848fede652" providerId="LiveId" clId="{84936941-E5E4-4389-8F1D-B0143291FB20}" dt="2026-06-07T15:52:11.573" v="663" actId="478"/>
          <ac:spMkLst>
            <pc:docMk/>
            <pc:sldMk cId="0" sldId="265"/>
            <ac:spMk id="24" creationId="{04B0923A-7791-81EC-41AF-F6A67DE69278}"/>
          </ac:spMkLst>
        </pc:spChg>
        <pc:grpChg chg="mod">
          <ac:chgData name="KHALISAH WAHYUNINGTYAS" userId="e7d79a848fede652" providerId="LiveId" clId="{84936941-E5E4-4389-8F1D-B0143291FB20}" dt="2026-06-07T15:55:31.814" v="758" actId="14100"/>
          <ac:grpSpMkLst>
            <pc:docMk/>
            <pc:sldMk cId="0" sldId="265"/>
            <ac:grpSpMk id="16" creationId="{00000000-0000-0000-0000-000000000000}"/>
          </ac:grpSpMkLst>
        </pc:grpChg>
        <pc:grpChg chg="mod">
          <ac:chgData name="KHALISAH WAHYUNINGTYAS" userId="e7d79a848fede652" providerId="LiveId" clId="{84936941-E5E4-4389-8F1D-B0143291FB20}" dt="2026-06-07T15:55:27.436" v="757" actId="14100"/>
          <ac:grpSpMkLst>
            <pc:docMk/>
            <pc:sldMk cId="0" sldId="265"/>
            <ac:grpSpMk id="18" creationId="{00000000-0000-0000-0000-000000000000}"/>
          </ac:grpSpMkLst>
        </pc:grpChg>
        <pc:graphicFrameChg chg="add mod">
          <ac:chgData name="KHALISAH WAHYUNINGTYAS" userId="e7d79a848fede652" providerId="LiveId" clId="{84936941-E5E4-4389-8F1D-B0143291FB20}" dt="2026-06-07T15:53:18.681" v="738"/>
          <ac:graphicFrameMkLst>
            <pc:docMk/>
            <pc:sldMk cId="0" sldId="265"/>
            <ac:graphicFrameMk id="10" creationId="{1355F00A-3413-4900-BC11-343FB51D944F}"/>
          </ac:graphicFrameMkLst>
        </pc:graphicFrameChg>
        <pc:graphicFrameChg chg="add mod modGraphic">
          <ac:chgData name="KHALISAH WAHYUNINGTYAS" userId="e7d79a848fede652" providerId="LiveId" clId="{84936941-E5E4-4389-8F1D-B0143291FB20}" dt="2026-06-07T15:54:13.313" v="749" actId="14100"/>
          <ac:graphicFrameMkLst>
            <pc:docMk/>
            <pc:sldMk cId="0" sldId="265"/>
            <ac:graphicFrameMk id="13" creationId="{9D3EE86A-1788-3AC0-AF19-ABAD30ED3A03}"/>
          </ac:graphicFrameMkLst>
        </pc:graphicFrameChg>
        <pc:picChg chg="add del mod">
          <ac:chgData name="KHALISAH WAHYUNINGTYAS" userId="e7d79a848fede652" providerId="LiveId" clId="{84936941-E5E4-4389-8F1D-B0143291FB20}" dt="2026-06-07T15:53:37.872" v="743" actId="478"/>
          <ac:picMkLst>
            <pc:docMk/>
            <pc:sldMk cId="0" sldId="265"/>
            <ac:picMk id="12" creationId="{3D5DB7CE-1FFB-866F-25EB-7A1AD6819A06}"/>
          </ac:picMkLst>
        </pc:picChg>
        <pc:picChg chg="del">
          <ac:chgData name="KHALISAH WAHYUNINGTYAS" userId="e7d79a848fede652" providerId="LiveId" clId="{84936941-E5E4-4389-8F1D-B0143291FB20}" dt="2026-06-07T15:52:13.701" v="664" actId="478"/>
          <ac:picMkLst>
            <pc:docMk/>
            <pc:sldMk cId="0" sldId="265"/>
            <ac:picMk id="25" creationId="{C5C968F9-3F5D-4CFD-8693-497222D34760}"/>
          </ac:picMkLst>
        </pc:picChg>
      </pc:sldChg>
      <pc:sldChg chg="addSp delSp modSp mod">
        <pc:chgData name="KHALISAH WAHYUNINGTYAS" userId="e7d79a848fede652" providerId="LiveId" clId="{84936941-E5E4-4389-8F1D-B0143291FB20}" dt="2026-06-07T16:14:42.686" v="856" actId="1076"/>
        <pc:sldMkLst>
          <pc:docMk/>
          <pc:sldMk cId="0" sldId="266"/>
        </pc:sldMkLst>
        <pc:spChg chg="add del mod topLvl">
          <ac:chgData name="KHALISAH WAHYUNINGTYAS" userId="e7d79a848fede652" providerId="LiveId" clId="{84936941-E5E4-4389-8F1D-B0143291FB20}" dt="2026-06-07T15:55:57.964" v="764" actId="478"/>
          <ac:spMkLst>
            <pc:docMk/>
            <pc:sldMk cId="0" sldId="266"/>
            <ac:spMk id="3" creationId="{00000000-0000-0000-0000-000000000000}"/>
          </ac:spMkLst>
        </pc:spChg>
        <pc:spChg chg="mod topLvl">
          <ac:chgData name="KHALISAH WAHYUNINGTYAS" userId="e7d79a848fede652" providerId="LiveId" clId="{84936941-E5E4-4389-8F1D-B0143291FB20}" dt="2026-06-07T15:55:57.964" v="764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56:02.309" v="765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56:11.592" v="768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56:14.468" v="769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56:16.074" v="770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5:56:17.741" v="771" actId="478"/>
          <ac:spMkLst>
            <pc:docMk/>
            <pc:sldMk cId="0" sldId="266"/>
            <ac:spMk id="9" creationId="{00000000-0000-0000-0000-000000000000}"/>
          </ac:spMkLst>
        </pc:spChg>
        <pc:spChg chg="add mod">
          <ac:chgData name="KHALISAH WAHYUNINGTYAS" userId="e7d79a848fede652" providerId="LiveId" clId="{84936941-E5E4-4389-8F1D-B0143291FB20}" dt="2026-06-07T15:56:54.106" v="777" actId="1076"/>
          <ac:spMkLst>
            <pc:docMk/>
            <pc:sldMk cId="0" sldId="266"/>
            <ac:spMk id="11" creationId="{9FF62A8C-B650-CB71-A66F-1E2EF39201CD}"/>
          </ac:spMkLst>
        </pc:spChg>
        <pc:spChg chg="del">
          <ac:chgData name="KHALISAH WAHYUNINGTYAS" userId="e7d79a848fede652" providerId="LiveId" clId="{84936941-E5E4-4389-8F1D-B0143291FB20}" dt="2026-06-07T15:56:04.818" v="766" actId="478"/>
          <ac:spMkLst>
            <pc:docMk/>
            <pc:sldMk cId="0" sldId="266"/>
            <ac:spMk id="20" creationId="{DFD2ABC1-8D5D-F69F-3EC2-76B01029F45E}"/>
          </ac:spMkLst>
        </pc:spChg>
        <pc:spChg chg="del mod">
          <ac:chgData name="KHALISAH WAHYUNINGTYAS" userId="e7d79a848fede652" providerId="LiveId" clId="{84936941-E5E4-4389-8F1D-B0143291FB20}" dt="2026-06-07T15:55:52.260" v="762" actId="478"/>
          <ac:spMkLst>
            <pc:docMk/>
            <pc:sldMk cId="0" sldId="266"/>
            <ac:spMk id="22" creationId="{7CD6DE36-EDD1-4509-C8F0-36BCBF634270}"/>
          </ac:spMkLst>
        </pc:spChg>
        <pc:spChg chg="del">
          <ac:chgData name="KHALISAH WAHYUNINGTYAS" userId="e7d79a848fede652" providerId="LiveId" clId="{84936941-E5E4-4389-8F1D-B0143291FB20}" dt="2026-06-07T15:56:20.439" v="772" actId="478"/>
          <ac:spMkLst>
            <pc:docMk/>
            <pc:sldMk cId="0" sldId="266"/>
            <ac:spMk id="25" creationId="{F2BD913B-4716-FDD5-6E42-A6DEF1013781}"/>
          </ac:spMkLst>
        </pc:spChg>
        <pc:grpChg chg="add del mod">
          <ac:chgData name="KHALISAH WAHYUNINGTYAS" userId="e7d79a848fede652" providerId="LiveId" clId="{84936941-E5E4-4389-8F1D-B0143291FB20}" dt="2026-06-07T15:57:27.887" v="779" actId="478"/>
          <ac:grpSpMkLst>
            <pc:docMk/>
            <pc:sldMk cId="0" sldId="266"/>
            <ac:grpSpMk id="2" creationId="{00000000-0000-0000-0000-000000000000}"/>
          </ac:grpSpMkLst>
        </pc:grpChg>
        <pc:grpChg chg="del">
          <ac:chgData name="KHALISAH WAHYUNINGTYAS" userId="e7d79a848fede652" providerId="LiveId" clId="{84936941-E5E4-4389-8F1D-B0143291FB20}" dt="2026-06-07T15:58:12.509" v="786" actId="478"/>
          <ac:grpSpMkLst>
            <pc:docMk/>
            <pc:sldMk cId="0" sldId="266"/>
            <ac:grpSpMk id="26" creationId="{1B3B2290-CA38-992C-92C6-B4901175F684}"/>
          </ac:grpSpMkLst>
        </pc:grpChg>
        <pc:graphicFrameChg chg="add mod modGraphic">
          <ac:chgData name="KHALISAH WAHYUNINGTYAS" userId="e7d79a848fede652" providerId="LiveId" clId="{84936941-E5E4-4389-8F1D-B0143291FB20}" dt="2026-06-07T16:14:42.686" v="856" actId="1076"/>
          <ac:graphicFrameMkLst>
            <pc:docMk/>
            <pc:sldMk cId="0" sldId="266"/>
            <ac:graphicFrameMk id="12" creationId="{230C8044-146F-D0C8-2458-A034E34EED3B}"/>
          </ac:graphicFrameMkLst>
        </pc:graphicFrameChg>
        <pc:graphicFrameChg chg="add mod modGraphic">
          <ac:chgData name="KHALISAH WAHYUNINGTYAS" userId="e7d79a848fede652" providerId="LiveId" clId="{84936941-E5E4-4389-8F1D-B0143291FB20}" dt="2026-06-07T16:14:30.349" v="854" actId="1076"/>
          <ac:graphicFrameMkLst>
            <pc:docMk/>
            <pc:sldMk cId="0" sldId="266"/>
            <ac:graphicFrameMk id="13" creationId="{98EE9792-4F2C-5FF1-102D-6698014E4FB4}"/>
          </ac:graphicFrameMkLst>
        </pc:graphicFrameChg>
        <pc:picChg chg="add mod">
          <ac:chgData name="KHALISAH WAHYUNINGTYAS" userId="e7d79a848fede652" providerId="LiveId" clId="{84936941-E5E4-4389-8F1D-B0143291FB20}" dt="2026-06-07T16:14:25.562" v="853" actId="1076"/>
          <ac:picMkLst>
            <pc:docMk/>
            <pc:sldMk cId="0" sldId="266"/>
            <ac:picMk id="15" creationId="{0105EE7D-3C9B-C72E-C5EA-262E2361FDB3}"/>
          </ac:picMkLst>
        </pc:picChg>
        <pc:picChg chg="del">
          <ac:chgData name="KHALISAH WAHYUNINGTYAS" userId="e7d79a848fede652" providerId="LiveId" clId="{84936941-E5E4-4389-8F1D-B0143291FB20}" dt="2026-06-07T15:56:05.916" v="767" actId="478"/>
          <ac:picMkLst>
            <pc:docMk/>
            <pc:sldMk cId="0" sldId="266"/>
            <ac:picMk id="23" creationId="{E249F67D-AA23-AA1C-FE3D-C2E74D020951}"/>
          </ac:picMkLst>
        </pc:picChg>
      </pc:sldChg>
      <pc:sldChg chg="del">
        <pc:chgData name="KHALISAH WAHYUNINGTYAS" userId="e7d79a848fede652" providerId="LiveId" clId="{84936941-E5E4-4389-8F1D-B0143291FB20}" dt="2026-06-07T16:00:05.296" v="794" actId="2696"/>
        <pc:sldMkLst>
          <pc:docMk/>
          <pc:sldMk cId="0" sldId="267"/>
        </pc:sldMkLst>
      </pc:sldChg>
      <pc:sldChg chg="del">
        <pc:chgData name="KHALISAH WAHYUNINGTYAS" userId="e7d79a848fede652" providerId="LiveId" clId="{84936941-E5E4-4389-8F1D-B0143291FB20}" dt="2026-06-07T16:00:11.416" v="795" actId="2696"/>
        <pc:sldMkLst>
          <pc:docMk/>
          <pc:sldMk cId="0" sldId="268"/>
        </pc:sldMkLst>
      </pc:sldChg>
      <pc:sldChg chg="del">
        <pc:chgData name="KHALISAH WAHYUNINGTYAS" userId="e7d79a848fede652" providerId="LiveId" clId="{84936941-E5E4-4389-8F1D-B0143291FB20}" dt="2026-06-07T16:00:19.907" v="796" actId="2696"/>
        <pc:sldMkLst>
          <pc:docMk/>
          <pc:sldMk cId="0" sldId="269"/>
        </pc:sldMkLst>
      </pc:sldChg>
      <pc:sldChg chg="del">
        <pc:chgData name="KHALISAH WAHYUNINGTYAS" userId="e7d79a848fede652" providerId="LiveId" clId="{84936941-E5E4-4389-8F1D-B0143291FB20}" dt="2026-06-07T16:00:24.984" v="797" actId="2696"/>
        <pc:sldMkLst>
          <pc:docMk/>
          <pc:sldMk cId="0" sldId="270"/>
        </pc:sldMkLst>
      </pc:sldChg>
      <pc:sldChg chg="addSp delSp modSp del mod">
        <pc:chgData name="KHALISAH WAHYUNINGTYAS" userId="e7d79a848fede652" providerId="LiveId" clId="{84936941-E5E4-4389-8F1D-B0143291FB20}" dt="2026-06-07T16:15:05.541" v="857" actId="2696"/>
        <pc:sldMkLst>
          <pc:docMk/>
          <pc:sldMk cId="0" sldId="271"/>
        </pc:sldMkLst>
        <pc:spChg chg="del">
          <ac:chgData name="KHALISAH WAHYUNINGTYAS" userId="e7d79a848fede652" providerId="LiveId" clId="{84936941-E5E4-4389-8F1D-B0143291FB20}" dt="2026-06-07T16:01:06.575" v="809" actId="478"/>
          <ac:spMkLst>
            <pc:docMk/>
            <pc:sldMk cId="0" sldId="271"/>
            <ac:spMk id="2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1:03.838" v="808" actId="478"/>
          <ac:spMkLst>
            <pc:docMk/>
            <pc:sldMk cId="0" sldId="271"/>
            <ac:spMk id="3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0:59.973" v="807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0:58.023" v="806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0:56.136" v="805" actId="478"/>
          <ac:spMkLst>
            <pc:docMk/>
            <pc:sldMk cId="0" sldId="271"/>
            <ac:spMk id="6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0:40.744" v="798" actId="478"/>
          <ac:spMkLst>
            <pc:docMk/>
            <pc:sldMk cId="0" sldId="271"/>
            <ac:spMk id="7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0:45.066" v="799" actId="478"/>
          <ac:spMkLst>
            <pc:docMk/>
            <pc:sldMk cId="0" sldId="271"/>
            <ac:spMk id="8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0:46.993" v="800" actId="47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HALISAH WAHYUNINGTYAS" userId="e7d79a848fede652" providerId="LiveId" clId="{84936941-E5E4-4389-8F1D-B0143291FB20}" dt="2026-06-07T16:01:15.571" v="812" actId="14100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1:07.729" v="810" actId="478"/>
          <ac:spMkLst>
            <pc:docMk/>
            <pc:sldMk cId="0" sldId="271"/>
            <ac:spMk id="17" creationId="{00000000-0000-0000-0000-000000000000}"/>
          </ac:spMkLst>
        </pc:spChg>
        <pc:grpChg chg="mod">
          <ac:chgData name="KHALISAH WAHYUNINGTYAS" userId="e7d79a848fede652" providerId="LiveId" clId="{84936941-E5E4-4389-8F1D-B0143291FB20}" dt="2026-06-07T16:01:11.530" v="811" actId="14100"/>
          <ac:grpSpMkLst>
            <pc:docMk/>
            <pc:sldMk cId="0" sldId="271"/>
            <ac:grpSpMk id="13" creationId="{00000000-0000-0000-0000-000000000000}"/>
          </ac:grpSpMkLst>
        </pc:grpChg>
        <pc:grpChg chg="del">
          <ac:chgData name="KHALISAH WAHYUNINGTYAS" userId="e7d79a848fede652" providerId="LiveId" clId="{84936941-E5E4-4389-8F1D-B0143291FB20}" dt="2026-06-07T16:00:49.369" v="801" actId="478"/>
          <ac:grpSpMkLst>
            <pc:docMk/>
            <pc:sldMk cId="0" sldId="271"/>
            <ac:grpSpMk id="15" creationId="{00000000-0000-0000-0000-000000000000}"/>
          </ac:grpSpMkLst>
        </pc:grpChg>
        <pc:picChg chg="add mod">
          <ac:chgData name="KHALISAH WAHYUNINGTYAS" userId="e7d79a848fede652" providerId="LiveId" clId="{84936941-E5E4-4389-8F1D-B0143291FB20}" dt="2026-06-07T16:02:16.102" v="819" actId="14100"/>
          <ac:picMkLst>
            <pc:docMk/>
            <pc:sldMk cId="0" sldId="271"/>
            <ac:picMk id="19" creationId="{36D1D510-29AB-8E48-A50E-3676C92D871D}"/>
          </ac:picMkLst>
        </pc:picChg>
      </pc:sldChg>
      <pc:sldChg chg="delSp modSp add del mod">
        <pc:chgData name="KHALISAH WAHYUNINGTYAS" userId="e7d79a848fede652" providerId="LiveId" clId="{84936941-E5E4-4389-8F1D-B0143291FB20}" dt="2026-06-07T16:07:12.570" v="846" actId="2696"/>
        <pc:sldMkLst>
          <pc:docMk/>
          <pc:sldMk cId="0" sldId="272"/>
        </pc:sldMkLst>
        <pc:spChg chg="del">
          <ac:chgData name="KHALISAH WAHYUNINGTYAS" userId="e7d79a848fede652" providerId="LiveId" clId="{84936941-E5E4-4389-8F1D-B0143291FB20}" dt="2026-06-07T16:06:40.009" v="838" actId="478"/>
          <ac:spMkLst>
            <pc:docMk/>
            <pc:sldMk cId="0" sldId="272"/>
            <ac:spMk id="2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6:25.674" v="834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6:29.426" v="835" actId="478"/>
          <ac:spMkLst>
            <pc:docMk/>
            <pc:sldMk cId="0" sldId="272"/>
            <ac:spMk id="7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6:31.787" v="836" actId="478"/>
          <ac:spMkLst>
            <pc:docMk/>
            <pc:sldMk cId="0" sldId="272"/>
            <ac:spMk id="8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6:37.624" v="837" actId="478"/>
          <ac:spMkLst>
            <pc:docMk/>
            <pc:sldMk cId="0" sldId="272"/>
            <ac:spMk id="9" creationId="{00000000-0000-0000-0000-000000000000}"/>
          </ac:spMkLst>
        </pc:spChg>
        <pc:spChg chg="mod">
          <ac:chgData name="KHALISAH WAHYUNINGTYAS" userId="e7d79a848fede652" providerId="LiveId" clId="{84936941-E5E4-4389-8F1D-B0143291FB20}" dt="2026-06-07T16:06:49.868" v="841" actId="1076"/>
          <ac:spMkLst>
            <pc:docMk/>
            <pc:sldMk cId="0" sldId="272"/>
            <ac:spMk id="10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6:12.412" v="832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KHALISAH WAHYUNINGTYAS" userId="e7d79a848fede652" providerId="LiveId" clId="{84936941-E5E4-4389-8F1D-B0143291FB20}" dt="2026-06-07T16:06:16.826" v="833" actId="478"/>
          <ac:spMkLst>
            <pc:docMk/>
            <pc:sldMk cId="0" sldId="272"/>
            <ac:spMk id="12" creationId="{00000000-0000-0000-0000-000000000000}"/>
          </ac:spMkLst>
        </pc:spChg>
        <pc:grpChg chg="mod">
          <ac:chgData name="KHALISAH WAHYUNINGTYAS" userId="e7d79a848fede652" providerId="LiveId" clId="{84936941-E5E4-4389-8F1D-B0143291FB20}" dt="2026-06-07T16:06:44.908" v="840" actId="1076"/>
          <ac:grpSpMkLst>
            <pc:docMk/>
            <pc:sldMk cId="0" sldId="272"/>
            <ac:grpSpMk id="16" creationId="{00000000-0000-0000-0000-000000000000}"/>
          </ac:grpSpMkLst>
        </pc:grpChg>
      </pc:sldChg>
      <pc:sldChg chg="del">
        <pc:chgData name="KHALISAH WAHYUNINGTYAS" userId="e7d79a848fede652" providerId="LiveId" clId="{84936941-E5E4-4389-8F1D-B0143291FB20}" dt="2026-06-07T16:06:53.307" v="842" actId="2696"/>
        <pc:sldMkLst>
          <pc:docMk/>
          <pc:sldMk cId="0" sldId="273"/>
        </pc:sldMkLst>
      </pc:sldChg>
      <pc:sldChg chg="del">
        <pc:chgData name="KHALISAH WAHYUNINGTYAS" userId="e7d79a848fede652" providerId="LiveId" clId="{84936941-E5E4-4389-8F1D-B0143291FB20}" dt="2026-06-07T16:07:02.749" v="843" actId="2696"/>
        <pc:sldMkLst>
          <pc:docMk/>
          <pc:sldMk cId="0" sldId="274"/>
        </pc:sldMkLst>
      </pc:sldChg>
      <pc:sldChg chg="del">
        <pc:chgData name="KHALISAH WAHYUNINGTYAS" userId="e7d79a848fede652" providerId="LiveId" clId="{84936941-E5E4-4389-8F1D-B0143291FB20}" dt="2026-06-07T16:07:06.873" v="844" actId="2696"/>
        <pc:sldMkLst>
          <pc:docMk/>
          <pc:sldMk cId="0" sldId="275"/>
        </pc:sldMkLst>
      </pc:sldChg>
      <pc:sldChg chg="addSp delSp modSp mod">
        <pc:chgData name="KHALISAH WAHYUNINGTYAS" userId="e7d79a848fede652" providerId="LiveId" clId="{84936941-E5E4-4389-8F1D-B0143291FB20}" dt="2026-06-07T14:58:32.630" v="248" actId="14100"/>
        <pc:sldMkLst>
          <pc:docMk/>
          <pc:sldMk cId="3736512012" sldId="276"/>
        </pc:sldMkLst>
        <pc:spChg chg="del">
          <ac:chgData name="KHALISAH WAHYUNINGTYAS" userId="e7d79a848fede652" providerId="LiveId" clId="{84936941-E5E4-4389-8F1D-B0143291FB20}" dt="2026-06-07T14:50:15.275" v="130" actId="478"/>
          <ac:spMkLst>
            <pc:docMk/>
            <pc:sldMk cId="3736512012" sldId="276"/>
            <ac:spMk id="2" creationId="{F5166ACE-4804-CA77-904A-84CB96461661}"/>
          </ac:spMkLst>
        </pc:spChg>
        <pc:spChg chg="del mod">
          <ac:chgData name="KHALISAH WAHYUNINGTYAS" userId="e7d79a848fede652" providerId="LiveId" clId="{84936941-E5E4-4389-8F1D-B0143291FB20}" dt="2026-06-07T14:50:23.666" v="133" actId="478"/>
          <ac:spMkLst>
            <pc:docMk/>
            <pc:sldMk cId="3736512012" sldId="276"/>
            <ac:spMk id="3" creationId="{02F00251-CBCF-1123-4411-995DB37C5598}"/>
          </ac:spMkLst>
        </pc:spChg>
        <pc:spChg chg="del mod">
          <ac:chgData name="KHALISAH WAHYUNINGTYAS" userId="e7d79a848fede652" providerId="LiveId" clId="{84936941-E5E4-4389-8F1D-B0143291FB20}" dt="2026-06-07T14:50:26.943" v="134" actId="478"/>
          <ac:spMkLst>
            <pc:docMk/>
            <pc:sldMk cId="3736512012" sldId="276"/>
            <ac:spMk id="4" creationId="{69B05EF7-62AE-4526-B66E-13CB0C47CB8E}"/>
          </ac:spMkLst>
        </pc:spChg>
        <pc:spChg chg="del">
          <ac:chgData name="KHALISAH WAHYUNINGTYAS" userId="e7d79a848fede652" providerId="LiveId" clId="{84936941-E5E4-4389-8F1D-B0143291FB20}" dt="2026-06-07T14:50:29.469" v="135" actId="478"/>
          <ac:spMkLst>
            <pc:docMk/>
            <pc:sldMk cId="3736512012" sldId="276"/>
            <ac:spMk id="5" creationId="{380FA2EA-70C6-5406-E514-5BAF9E52C083}"/>
          </ac:spMkLst>
        </pc:spChg>
        <pc:spChg chg="del">
          <ac:chgData name="KHALISAH WAHYUNINGTYAS" userId="e7d79a848fede652" providerId="LiveId" clId="{84936941-E5E4-4389-8F1D-B0143291FB20}" dt="2026-06-07T14:50:31.636" v="136" actId="478"/>
          <ac:spMkLst>
            <pc:docMk/>
            <pc:sldMk cId="3736512012" sldId="276"/>
            <ac:spMk id="6" creationId="{2FB58238-E34A-4256-8AAC-2ABF3485EDB5}"/>
          </ac:spMkLst>
        </pc:spChg>
        <pc:spChg chg="mod">
          <ac:chgData name="KHALISAH WAHYUNINGTYAS" userId="e7d79a848fede652" providerId="LiveId" clId="{84936941-E5E4-4389-8F1D-B0143291FB20}" dt="2026-06-07T14:55:11.842" v="238" actId="2711"/>
          <ac:spMkLst>
            <pc:docMk/>
            <pc:sldMk cId="3736512012" sldId="276"/>
            <ac:spMk id="7" creationId="{B3D503F1-AF2A-07E0-3A85-AAF9BBFCEA70}"/>
          </ac:spMkLst>
        </pc:spChg>
        <pc:spChg chg="add mod">
          <ac:chgData name="KHALISAH WAHYUNINGTYAS" userId="e7d79a848fede652" providerId="LiveId" clId="{84936941-E5E4-4389-8F1D-B0143291FB20}" dt="2026-06-07T14:55:18.989" v="239" actId="2711"/>
          <ac:spMkLst>
            <pc:docMk/>
            <pc:sldMk cId="3736512012" sldId="276"/>
            <ac:spMk id="14" creationId="{AD8ABD63-7F86-1035-C3A5-A72F7DC9DB2E}"/>
          </ac:spMkLst>
        </pc:spChg>
        <pc:spChg chg="add mod">
          <ac:chgData name="KHALISAH WAHYUNINGTYAS" userId="e7d79a848fede652" providerId="LiveId" clId="{84936941-E5E4-4389-8F1D-B0143291FB20}" dt="2026-06-07T14:58:32.630" v="248" actId="14100"/>
          <ac:spMkLst>
            <pc:docMk/>
            <pc:sldMk cId="3736512012" sldId="276"/>
            <ac:spMk id="15" creationId="{6B9E2EF5-CDB7-3B44-DA36-24515343D826}"/>
          </ac:spMkLst>
        </pc:spChg>
        <pc:spChg chg="mod">
          <ac:chgData name="KHALISAH WAHYUNINGTYAS" userId="e7d79a848fede652" providerId="LiveId" clId="{84936941-E5E4-4389-8F1D-B0143291FB20}" dt="2026-06-07T14:53:36.838" v="162" actId="123"/>
          <ac:spMkLst>
            <pc:docMk/>
            <pc:sldMk cId="3736512012" sldId="276"/>
            <ac:spMk id="23" creationId="{27F59676-1E86-ED63-22D2-B0120491D55E}"/>
          </ac:spMkLst>
        </pc:spChg>
        <pc:grpChg chg="del">
          <ac:chgData name="KHALISAH WAHYUNINGTYAS" userId="e7d79a848fede652" providerId="LiveId" clId="{84936941-E5E4-4389-8F1D-B0143291FB20}" dt="2026-06-07T14:50:13.329" v="129" actId="478"/>
          <ac:grpSpMkLst>
            <pc:docMk/>
            <pc:sldMk cId="3736512012" sldId="276"/>
            <ac:grpSpMk id="9" creationId="{BC7A388B-B0D1-A3C6-C24D-69354B3D4AAD}"/>
          </ac:grpSpMkLst>
        </pc:grpChg>
        <pc:grpChg chg="mod">
          <ac:chgData name="KHALISAH WAHYUNINGTYAS" userId="e7d79a848fede652" providerId="LiveId" clId="{84936941-E5E4-4389-8F1D-B0143291FB20}" dt="2026-06-07T14:53:46.739" v="163" actId="14100"/>
          <ac:grpSpMkLst>
            <pc:docMk/>
            <pc:sldMk cId="3736512012" sldId="276"/>
            <ac:grpSpMk id="11" creationId="{D1FE8359-401E-DD7D-F3ED-E5554A48EE1B}"/>
          </ac:grpSpMkLst>
        </pc:grpChg>
      </pc:sldChg>
      <pc:sldChg chg="new del">
        <pc:chgData name="KHALISAH WAHYUNINGTYAS" userId="e7d79a848fede652" providerId="LiveId" clId="{84936941-E5E4-4389-8F1D-B0143291FB20}" dt="2026-06-07T15:13:57.407" v="361" actId="2696"/>
        <pc:sldMkLst>
          <pc:docMk/>
          <pc:sldMk cId="1869570995" sldId="277"/>
        </pc:sldMkLst>
      </pc:sldChg>
      <pc:sldChg chg="addSp delSp modSp add mod ord">
        <pc:chgData name="KHALISAH WAHYUNINGTYAS" userId="e7d79a848fede652" providerId="LiveId" clId="{84936941-E5E4-4389-8F1D-B0143291FB20}" dt="2026-06-07T15:17:42.918" v="409"/>
        <pc:sldMkLst>
          <pc:docMk/>
          <pc:sldMk cId="2521495891" sldId="277"/>
        </pc:sldMkLst>
        <pc:spChg chg="del">
          <ac:chgData name="KHALISAH WAHYUNINGTYAS" userId="e7d79a848fede652" providerId="LiveId" clId="{84936941-E5E4-4389-8F1D-B0143291FB20}" dt="2026-06-07T15:14:19.625" v="365" actId="478"/>
          <ac:spMkLst>
            <pc:docMk/>
            <pc:sldMk cId="2521495891" sldId="277"/>
            <ac:spMk id="7" creationId="{1B661E73-8569-43E0-9137-867075A9DB28}"/>
          </ac:spMkLst>
        </pc:spChg>
        <pc:spChg chg="del">
          <ac:chgData name="KHALISAH WAHYUNINGTYAS" userId="e7d79a848fede652" providerId="LiveId" clId="{84936941-E5E4-4389-8F1D-B0143291FB20}" dt="2026-06-07T15:14:12.449" v="363" actId="478"/>
          <ac:spMkLst>
            <pc:docMk/>
            <pc:sldMk cId="2521495891" sldId="277"/>
            <ac:spMk id="12" creationId="{010E38FB-FAB5-AEFC-97BA-CE0E4D89CFE3}"/>
          </ac:spMkLst>
        </pc:spChg>
        <pc:spChg chg="add mod">
          <ac:chgData name="KHALISAH WAHYUNINGTYAS" userId="e7d79a848fede652" providerId="LiveId" clId="{84936941-E5E4-4389-8F1D-B0143291FB20}" dt="2026-06-07T15:17:02.621" v="407" actId="20577"/>
          <ac:spMkLst>
            <pc:docMk/>
            <pc:sldMk cId="2521495891" sldId="277"/>
            <ac:spMk id="13" creationId="{6E357E7A-E893-ABE8-D8C4-4AB4C5CC491D}"/>
          </ac:spMkLst>
        </pc:spChg>
        <pc:spChg chg="del">
          <ac:chgData name="KHALISAH WAHYUNINGTYAS" userId="e7d79a848fede652" providerId="LiveId" clId="{84936941-E5E4-4389-8F1D-B0143291FB20}" dt="2026-06-07T15:14:17.609" v="364" actId="478"/>
          <ac:spMkLst>
            <pc:docMk/>
            <pc:sldMk cId="2521495891" sldId="277"/>
            <ac:spMk id="16" creationId="{C06E0BF8-659F-3691-C956-2F15D528B826}"/>
          </ac:spMkLst>
        </pc:spChg>
        <pc:spChg chg="del">
          <ac:chgData name="KHALISAH WAHYUNINGTYAS" userId="e7d79a848fede652" providerId="LiveId" clId="{84936941-E5E4-4389-8F1D-B0143291FB20}" dt="2026-06-07T15:14:26.446" v="368" actId="478"/>
          <ac:spMkLst>
            <pc:docMk/>
            <pc:sldMk cId="2521495891" sldId="277"/>
            <ac:spMk id="22" creationId="{BC7BC4EE-6440-2D7E-E54F-E011F04BE56A}"/>
          </ac:spMkLst>
        </pc:spChg>
        <pc:grpChg chg="add del">
          <ac:chgData name="KHALISAH WAHYUNINGTYAS" userId="e7d79a848fede652" providerId="LiveId" clId="{84936941-E5E4-4389-8F1D-B0143291FB20}" dt="2026-06-07T15:14:23.597" v="367" actId="478"/>
          <ac:grpSpMkLst>
            <pc:docMk/>
            <pc:sldMk cId="2521495891" sldId="277"/>
            <ac:grpSpMk id="9" creationId="{D13C0611-6C32-2E80-7341-026E9BB83CE0}"/>
          </ac:grpSpMkLst>
        </pc:grpChg>
        <pc:picChg chg="del">
          <ac:chgData name="KHALISAH WAHYUNINGTYAS" userId="e7d79a848fede652" providerId="LiveId" clId="{84936941-E5E4-4389-8F1D-B0143291FB20}" dt="2026-06-07T15:14:27.591" v="369" actId="478"/>
          <ac:picMkLst>
            <pc:docMk/>
            <pc:sldMk cId="2521495891" sldId="277"/>
            <ac:picMk id="20" creationId="{10310650-5FAD-8F8F-2027-969715C617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7B4F8-E13F-4DB5-9245-AAD088287CE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ACF85-2EA5-4231-ACD4-1FE1E0476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2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F85-2EA5-4231-ACD4-1FE1E04766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64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F85-2EA5-4231-ACD4-1FE1E04766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42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26436" y="0"/>
            <a:ext cx="4361564" cy="10287000"/>
            <a:chOff x="0" y="0"/>
            <a:chExt cx="114872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8725" cy="2709333"/>
            </a:xfrm>
            <a:custGeom>
              <a:avLst/>
              <a:gdLst/>
              <a:ahLst/>
              <a:cxnLst/>
              <a:rect l="l" t="t" r="r" b="b"/>
              <a:pathLst>
                <a:path w="1148725" h="2709333">
                  <a:moveTo>
                    <a:pt x="0" y="0"/>
                  </a:moveTo>
                  <a:lnTo>
                    <a:pt x="1148725" y="0"/>
                  </a:lnTo>
                  <a:lnTo>
                    <a:pt x="11487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4872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74835" y="6326058"/>
            <a:ext cx="6011240" cy="596645"/>
            <a:chOff x="0" y="0"/>
            <a:chExt cx="1303125" cy="1571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3125" cy="157141"/>
            </a:xfrm>
            <a:custGeom>
              <a:avLst/>
              <a:gdLst/>
              <a:ahLst/>
              <a:cxnLst/>
              <a:rect l="l" t="t" r="r" b="b"/>
              <a:pathLst>
                <a:path w="1303125" h="157141">
                  <a:moveTo>
                    <a:pt x="0" y="0"/>
                  </a:moveTo>
                  <a:lnTo>
                    <a:pt x="1303125" y="0"/>
                  </a:lnTo>
                  <a:lnTo>
                    <a:pt x="1303125" y="157141"/>
                  </a:lnTo>
                  <a:lnTo>
                    <a:pt x="0" y="157141"/>
                  </a:lnTo>
                  <a:close/>
                </a:path>
              </a:pathLst>
            </a:custGeom>
            <a:solidFill>
              <a:srgbClr val="01CA1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03125" cy="20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48059" y="2007155"/>
            <a:ext cx="6011241" cy="7251145"/>
            <a:chOff x="0" y="0"/>
            <a:chExt cx="734066" cy="8854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4066" cy="885478"/>
            </a:xfrm>
            <a:custGeom>
              <a:avLst/>
              <a:gdLst/>
              <a:ahLst/>
              <a:cxnLst/>
              <a:rect l="l" t="t" r="r" b="b"/>
              <a:pathLst>
                <a:path w="734066" h="885478">
                  <a:moveTo>
                    <a:pt x="0" y="0"/>
                  </a:moveTo>
                  <a:lnTo>
                    <a:pt x="734066" y="0"/>
                  </a:lnTo>
                  <a:lnTo>
                    <a:pt x="734066" y="885478"/>
                  </a:lnTo>
                  <a:lnTo>
                    <a:pt x="0" y="885478"/>
                  </a:lnTo>
                  <a:close/>
                </a:path>
              </a:pathLst>
            </a:custGeom>
            <a:blipFill>
              <a:blip r:embed="rId2"/>
              <a:stretch>
                <a:fillRect l="-40387" r="-4038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77787" y="2384713"/>
            <a:ext cx="984157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rgbClr val="042060"/>
                </a:solidFill>
                <a:latin typeface="Poppins Bold"/>
                <a:ea typeface="Poppins Bold"/>
                <a:cs typeface="Poppins Bold"/>
                <a:sym typeface="Poppins Bold"/>
              </a:rPr>
              <a:t>PREDIKSI GLOBAL HORIZONTAL IRRADIANCE (GHI) MENGGUNAKAN MULTIVARIATE LSTM BERDASARKAN POLA MUSIM DI JAWA TIMUR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91289" y="746773"/>
            <a:ext cx="3136984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PROPOSAL THESIS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55451" y="6435445"/>
            <a:ext cx="6011240" cy="395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 dirty="0">
                <a:solidFill>
                  <a:srgbClr val="042060"/>
                </a:solidFill>
                <a:latin typeface="HK Grotesk"/>
                <a:ea typeface="HK Grotesk"/>
                <a:cs typeface="HK Grotesk"/>
                <a:sym typeface="HK Grotesk"/>
              </a:rPr>
              <a:t>RUDI KASIANTO  NIM 250605210013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6B9542-E741-2231-741B-AB173065A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10" y="234362"/>
            <a:ext cx="1792379" cy="18106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1B1B64E-8337-4AD1-A425-EB29444EC739}"/>
              </a:ext>
            </a:extLst>
          </p:cNvPr>
          <p:cNvSpPr txBox="1"/>
          <p:nvPr/>
        </p:nvSpPr>
        <p:spPr>
          <a:xfrm>
            <a:off x="459792" y="8401836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PROGRAM STUDI MAGISTER INFORMATIKA</a:t>
            </a:r>
          </a:p>
          <a:p>
            <a:r>
              <a:rPr lang="en-US" dirty="0"/>
              <a:t>FAKULTAS SAINS &amp; TEKNOLOGI</a:t>
            </a:r>
          </a:p>
          <a:p>
            <a:r>
              <a:rPr lang="en-US" dirty="0"/>
              <a:t>UNIVERSITAS ISLAM NEGERI MAULANA MALIK IBRAHIM</a:t>
            </a:r>
          </a:p>
          <a:p>
            <a:r>
              <a:rPr lang="en-US" dirty="0"/>
              <a:t>MALANG</a:t>
            </a:r>
          </a:p>
          <a:p>
            <a:r>
              <a:rPr lang="en-US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0" y="1940842"/>
            <a:ext cx="5705028" cy="3970338"/>
            <a:chOff x="0" y="0"/>
            <a:chExt cx="4816593" cy="1492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492706"/>
            </a:xfrm>
            <a:custGeom>
              <a:avLst/>
              <a:gdLst/>
              <a:ahLst/>
              <a:cxnLst/>
              <a:rect l="l" t="t" r="r" b="b"/>
              <a:pathLst>
                <a:path w="4816592" h="1492706">
                  <a:moveTo>
                    <a:pt x="0" y="0"/>
                  </a:moveTo>
                  <a:lnTo>
                    <a:pt x="4816592" y="0"/>
                  </a:lnTo>
                  <a:lnTo>
                    <a:pt x="4816592" y="1492706"/>
                  </a:lnTo>
                  <a:lnTo>
                    <a:pt x="0" y="1492706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540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34110" y="583490"/>
            <a:ext cx="3136984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Wardiere Company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54981" y="227004"/>
            <a:ext cx="6238428" cy="1153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45"/>
              </a:lnSpc>
            </a:pPr>
            <a:r>
              <a:rPr lang="en-US" sz="4000" b="1" dirty="0">
                <a:solidFill>
                  <a:srgbClr val="00B050"/>
                </a:solidFill>
                <a:latin typeface="Poppins Bold"/>
                <a:ea typeface="Poppins Bold"/>
                <a:cs typeface="Poppins Bold"/>
                <a:sym typeface="Poppins Bold"/>
              </a:rPr>
              <a:t>	 Latar </a:t>
            </a:r>
            <a:r>
              <a:rPr lang="en-US" sz="4000" b="1" dirty="0" err="1">
                <a:solidFill>
                  <a:srgbClr val="00B050"/>
                </a:solidFill>
                <a:latin typeface="Poppins Bold"/>
                <a:ea typeface="Poppins Bold"/>
                <a:cs typeface="Poppins Bold"/>
                <a:sym typeface="Poppins Bold"/>
              </a:rPr>
              <a:t>Belakang</a:t>
            </a:r>
            <a:endParaRPr lang="en-US" sz="4000" b="1" dirty="0">
              <a:solidFill>
                <a:srgbClr val="00B05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384794" y="377490"/>
            <a:ext cx="4686300" cy="7509210"/>
            <a:chOff x="0" y="0"/>
            <a:chExt cx="734066" cy="8047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4066" cy="804724"/>
            </a:xfrm>
            <a:custGeom>
              <a:avLst/>
              <a:gdLst/>
              <a:ahLst/>
              <a:cxnLst/>
              <a:rect l="l" t="t" r="r" b="b"/>
              <a:pathLst>
                <a:path w="734066" h="804724">
                  <a:moveTo>
                    <a:pt x="0" y="0"/>
                  </a:moveTo>
                  <a:lnTo>
                    <a:pt x="734066" y="0"/>
                  </a:lnTo>
                  <a:lnTo>
                    <a:pt x="734066" y="804724"/>
                  </a:lnTo>
                  <a:lnTo>
                    <a:pt x="0" y="804724"/>
                  </a:lnTo>
                  <a:close/>
                </a:path>
              </a:pathLst>
            </a:custGeom>
            <a:blipFill>
              <a:blip r:embed="rId3"/>
              <a:stretch>
                <a:fillRect l="-35478" r="-35478"/>
              </a:stretch>
            </a:blip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AD9223D-A69E-F1ED-6EE7-1B3DBE542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399" y="1814168"/>
            <a:ext cx="5705028" cy="4102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92670D-AAE9-3050-3535-B3BB2921C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944" y="6417559"/>
            <a:ext cx="9898655" cy="33645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C7B88A-CA78-ACBF-9532-1C1522BFEED7}"/>
              </a:ext>
            </a:extLst>
          </p:cNvPr>
          <p:cNvSpPr txBox="1"/>
          <p:nvPr/>
        </p:nvSpPr>
        <p:spPr>
          <a:xfrm>
            <a:off x="5727663" y="2562435"/>
            <a:ext cx="463553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B050"/>
                </a:solidFill>
              </a:rPr>
              <a:t>Transisi</a:t>
            </a:r>
            <a:r>
              <a:rPr lang="en-US" sz="3600" b="1" dirty="0">
                <a:solidFill>
                  <a:srgbClr val="00B050"/>
                </a:solidFill>
              </a:rPr>
              <a:t> Energi .</a:t>
            </a:r>
          </a:p>
          <a:p>
            <a:r>
              <a:rPr lang="en-US" sz="3200" dirty="0" err="1">
                <a:solidFill>
                  <a:srgbClr val="00B050"/>
                </a:solidFill>
              </a:rPr>
              <a:t>Kebutuhan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energi</a:t>
            </a:r>
            <a:r>
              <a:rPr lang="en-US" sz="3200" dirty="0">
                <a:solidFill>
                  <a:srgbClr val="00B050"/>
                </a:solidFill>
              </a:rPr>
              <a:t> global </a:t>
            </a:r>
            <a:r>
              <a:rPr lang="en-US" sz="3200" dirty="0" err="1">
                <a:solidFill>
                  <a:srgbClr val="00B050"/>
                </a:solidFill>
              </a:rPr>
              <a:t>mendorong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transisi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dari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fosil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ke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energi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terbarukan</a:t>
            </a:r>
            <a:r>
              <a:rPr lang="en-US" sz="3200" dirty="0">
                <a:solidFill>
                  <a:srgbClr val="00B050"/>
                </a:solidFill>
              </a:rPr>
              <a:t> yang </a:t>
            </a:r>
            <a:r>
              <a:rPr lang="en-US" sz="3200" dirty="0" err="1">
                <a:solidFill>
                  <a:srgbClr val="00B050"/>
                </a:solidFill>
              </a:rPr>
              <a:t>berkelanjutan</a:t>
            </a:r>
            <a:r>
              <a:rPr lang="en-US" sz="3200" dirty="0">
                <a:solidFill>
                  <a:srgbClr val="00B050"/>
                </a:solidFill>
              </a:rPr>
              <a:t> (IEA, 2023).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C71040-039A-9B98-9131-F81FF296E5C2}"/>
              </a:ext>
            </a:extLst>
          </p:cNvPr>
          <p:cNvSpPr txBox="1"/>
          <p:nvPr/>
        </p:nvSpPr>
        <p:spPr>
          <a:xfrm>
            <a:off x="11899176" y="2545117"/>
            <a:ext cx="485332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B050"/>
                </a:solidFill>
              </a:rPr>
              <a:t>Potensi</a:t>
            </a:r>
            <a:r>
              <a:rPr lang="en-US" sz="3200" b="1" dirty="0">
                <a:solidFill>
                  <a:srgbClr val="00B050"/>
                </a:solidFill>
              </a:rPr>
              <a:t> Energi Surya </a:t>
            </a:r>
          </a:p>
          <a:p>
            <a:r>
              <a:rPr lang="en-US" sz="3200" dirty="0">
                <a:solidFill>
                  <a:srgbClr val="00B050"/>
                </a:solidFill>
              </a:rPr>
              <a:t>Energi </a:t>
            </a:r>
            <a:r>
              <a:rPr lang="en-US" sz="3200" dirty="0" err="1">
                <a:solidFill>
                  <a:srgbClr val="00B050"/>
                </a:solidFill>
              </a:rPr>
              <a:t>surya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melimpah</a:t>
            </a:r>
            <a:r>
              <a:rPr lang="en-US" sz="3200" dirty="0">
                <a:solidFill>
                  <a:srgbClr val="00B050"/>
                </a:solidFill>
              </a:rPr>
              <a:t>, </a:t>
            </a:r>
          </a:p>
          <a:p>
            <a:r>
              <a:rPr lang="en-US" sz="3200" dirty="0" err="1">
                <a:solidFill>
                  <a:srgbClr val="00B050"/>
                </a:solidFill>
              </a:rPr>
              <a:t>ramah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lingkungan</a:t>
            </a:r>
            <a:r>
              <a:rPr lang="en-US" sz="3200" dirty="0">
                <a:solidFill>
                  <a:srgbClr val="00B050"/>
                </a:solidFill>
              </a:rPr>
              <a:t>, dan </a:t>
            </a:r>
            <a:r>
              <a:rPr lang="en-US" sz="3200" dirty="0" err="1">
                <a:solidFill>
                  <a:srgbClr val="00B050"/>
                </a:solidFill>
              </a:rPr>
              <a:t>biaya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operasional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rendah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setelah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instalasi</a:t>
            </a:r>
            <a:r>
              <a:rPr lang="en-US" sz="3200" dirty="0">
                <a:solidFill>
                  <a:srgbClr val="00B050"/>
                </a:solidFill>
              </a:rPr>
              <a:t> PLTS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1D4318-0A18-2617-D4F1-C80992B52B34}"/>
              </a:ext>
            </a:extLst>
          </p:cNvPr>
          <p:cNvSpPr txBox="1"/>
          <p:nvPr/>
        </p:nvSpPr>
        <p:spPr>
          <a:xfrm>
            <a:off x="6602195" y="7101870"/>
            <a:ext cx="90188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B050"/>
                </a:solidFill>
              </a:rPr>
              <a:t>Tantangan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Fluktuasi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Radiasi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matahari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bersifat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dinamis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akibat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awan</a:t>
            </a:r>
            <a:r>
              <a:rPr lang="en-US" sz="3200" dirty="0">
                <a:solidFill>
                  <a:srgbClr val="00B050"/>
                </a:solidFill>
              </a:rPr>
              <a:t>, aerosol, dan </a:t>
            </a:r>
            <a:r>
              <a:rPr lang="en-US" sz="3200" dirty="0" err="1">
                <a:solidFill>
                  <a:srgbClr val="00B050"/>
                </a:solidFill>
              </a:rPr>
              <a:t>kelembapan</a:t>
            </a:r>
            <a:r>
              <a:rPr lang="en-US" sz="3200" dirty="0">
                <a:solidFill>
                  <a:srgbClr val="00B050"/>
                </a:solidFill>
              </a:rPr>
              <a:t> — </a:t>
            </a:r>
            <a:r>
              <a:rPr lang="en-US" sz="3200" dirty="0" err="1">
                <a:solidFill>
                  <a:srgbClr val="00B050"/>
                </a:solidFill>
              </a:rPr>
              <a:t>menyebabkan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ketidakstabilan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produksi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energi</a:t>
            </a:r>
            <a:r>
              <a:rPr lang="en-US" sz="3200" dirty="0">
                <a:solidFill>
                  <a:srgbClr val="00B05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0CDA046-7D6F-F2FE-A733-EB9DCFF38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885137"/>
            <a:ext cx="11173691" cy="3401863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934110" y="583490"/>
            <a:ext cx="3136984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Wardiere Company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70272" y="605327"/>
            <a:ext cx="129852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Home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46564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About 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02661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Portfolio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58759" y="605327"/>
            <a:ext cx="167516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Contact Us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1034" y="762034"/>
            <a:ext cx="5266433" cy="7581770"/>
            <a:chOff x="0" y="0"/>
            <a:chExt cx="499101" cy="7185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101" cy="718526"/>
            </a:xfrm>
            <a:custGeom>
              <a:avLst/>
              <a:gdLst/>
              <a:ahLst/>
              <a:cxnLst/>
              <a:rect l="l" t="t" r="r" b="b"/>
              <a:pathLst>
                <a:path w="499101" h="718526">
                  <a:moveTo>
                    <a:pt x="0" y="0"/>
                  </a:moveTo>
                  <a:lnTo>
                    <a:pt x="499101" y="0"/>
                  </a:lnTo>
                  <a:lnTo>
                    <a:pt x="499101" y="718526"/>
                  </a:lnTo>
                  <a:lnTo>
                    <a:pt x="0" y="718526"/>
                  </a:lnTo>
                  <a:close/>
                </a:path>
              </a:pathLst>
            </a:custGeom>
            <a:blipFill>
              <a:blip r:embed="rId4"/>
              <a:stretch>
                <a:fillRect l="-57838" r="-5783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13692" y="512811"/>
            <a:ext cx="12311497" cy="1388314"/>
            <a:chOff x="0" y="0"/>
            <a:chExt cx="3242534" cy="8471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42534" cy="847114"/>
            </a:xfrm>
            <a:custGeom>
              <a:avLst/>
              <a:gdLst/>
              <a:ahLst/>
              <a:cxnLst/>
              <a:rect l="l" t="t" r="r" b="b"/>
              <a:pathLst>
                <a:path w="3242534" h="847114">
                  <a:moveTo>
                    <a:pt x="0" y="0"/>
                  </a:moveTo>
                  <a:lnTo>
                    <a:pt x="3242534" y="0"/>
                  </a:lnTo>
                  <a:lnTo>
                    <a:pt x="3242534" y="847114"/>
                  </a:lnTo>
                  <a:lnTo>
                    <a:pt x="0" y="847114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242534" cy="894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5F3C6-ED7C-92B4-723A-11C88A058FAC}"/>
              </a:ext>
            </a:extLst>
          </p:cNvPr>
          <p:cNvSpPr txBox="1"/>
          <p:nvPr/>
        </p:nvSpPr>
        <p:spPr>
          <a:xfrm>
            <a:off x="7610779" y="803765"/>
            <a:ext cx="91855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rgbClr val="00B050"/>
                </a:solidFill>
              </a:rPr>
              <a:t>Perspektif</a:t>
            </a:r>
            <a:r>
              <a:rPr lang="en-US" sz="4000" b="1" dirty="0">
                <a:solidFill>
                  <a:srgbClr val="00B050"/>
                </a:solidFill>
              </a:rPr>
              <a:t> Islam &amp; </a:t>
            </a:r>
            <a:r>
              <a:rPr lang="en-US" sz="4000" b="1" dirty="0" err="1">
                <a:solidFill>
                  <a:srgbClr val="00B050"/>
                </a:solidFill>
              </a:rPr>
              <a:t>Definisi</a:t>
            </a:r>
            <a:r>
              <a:rPr lang="en-US" sz="4000" b="1" dirty="0">
                <a:solidFill>
                  <a:srgbClr val="00B050"/>
                </a:solidFill>
              </a:rPr>
              <a:t> GHI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DA495-D6AC-34AC-DFD1-5E4A050D05A3}"/>
              </a:ext>
            </a:extLst>
          </p:cNvPr>
          <p:cNvSpPr txBox="1"/>
          <p:nvPr/>
        </p:nvSpPr>
        <p:spPr>
          <a:xfrm>
            <a:off x="5798597" y="2294048"/>
            <a:ext cx="91440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/>
              <a:t>Perspektif</a:t>
            </a:r>
            <a:r>
              <a:rPr lang="en-US" sz="3200" b="1" dirty="0"/>
              <a:t> Islam</a:t>
            </a:r>
          </a:p>
          <a:p>
            <a:r>
              <a:rPr lang="en-ID" sz="3200" dirty="0"/>
              <a:t>Allah SWT </a:t>
            </a:r>
            <a:r>
              <a:rPr lang="en-ID" sz="3200" dirty="0" err="1"/>
              <a:t>berfirman</a:t>
            </a:r>
            <a:r>
              <a:rPr lang="en-ID" sz="3200" dirty="0"/>
              <a:t> </a:t>
            </a:r>
            <a:r>
              <a:rPr lang="en-ID" sz="3200" dirty="0" err="1"/>
              <a:t>dalam</a:t>
            </a:r>
            <a:r>
              <a:rPr lang="en-ID" sz="3200" dirty="0"/>
              <a:t> QS. An-Naba </a:t>
            </a:r>
            <a:r>
              <a:rPr lang="en-ID" sz="3200" dirty="0" err="1"/>
              <a:t>ayat</a:t>
            </a:r>
            <a:r>
              <a:rPr lang="en-ID" sz="3200" dirty="0"/>
              <a:t> 13:            </a:t>
            </a:r>
            <a:r>
              <a:rPr lang="en-ID" sz="3600" b="1" dirty="0" err="1"/>
              <a:t>وَجَعَلْنَا</a:t>
            </a:r>
            <a:r>
              <a:rPr lang="en-ID" sz="3600" b="1" dirty="0"/>
              <a:t> </a:t>
            </a:r>
            <a:r>
              <a:rPr lang="en-ID" sz="3600" b="1" dirty="0" err="1"/>
              <a:t>سِرَاجًا</a:t>
            </a:r>
            <a:r>
              <a:rPr lang="en-ID" sz="3600" b="1" dirty="0"/>
              <a:t> </a:t>
            </a:r>
            <a:r>
              <a:rPr lang="en-ID" sz="3600" b="1" dirty="0" err="1"/>
              <a:t>وَهَّاجًا</a:t>
            </a:r>
            <a:r>
              <a:rPr lang="en-ID" sz="3600" dirty="0"/>
              <a:t> </a:t>
            </a:r>
          </a:p>
          <a:p>
            <a:endParaRPr lang="en-US" sz="3200" dirty="0"/>
          </a:p>
          <a:p>
            <a:r>
              <a:rPr lang="en-ID" sz="3200" dirty="0"/>
              <a:t>yang </a:t>
            </a:r>
            <a:r>
              <a:rPr lang="en-ID" sz="3200" dirty="0" err="1"/>
              <a:t>artinya</a:t>
            </a:r>
            <a:r>
              <a:rPr lang="en-ID" sz="3200" dirty="0"/>
              <a:t> “</a:t>
            </a:r>
            <a:r>
              <a:rPr lang="en-ID" sz="3200" i="1" dirty="0"/>
              <a:t>Dan Kami </a:t>
            </a:r>
            <a:r>
              <a:rPr lang="en-ID" sz="3200" i="1" dirty="0" err="1"/>
              <a:t>jadikan</a:t>
            </a:r>
            <a:r>
              <a:rPr lang="en-ID" sz="3200" i="1" dirty="0"/>
              <a:t> (</a:t>
            </a:r>
            <a:r>
              <a:rPr lang="en-ID" sz="3200" i="1" dirty="0" err="1"/>
              <a:t>matahari</a:t>
            </a:r>
            <a:r>
              <a:rPr lang="en-ID" sz="3200" i="1" dirty="0"/>
              <a:t>) </a:t>
            </a:r>
            <a:r>
              <a:rPr lang="en-ID" sz="3200" i="1" dirty="0" err="1"/>
              <a:t>sebagai</a:t>
            </a:r>
            <a:r>
              <a:rPr lang="en-ID" sz="3200" i="1" dirty="0"/>
              <a:t> </a:t>
            </a:r>
            <a:r>
              <a:rPr lang="en-ID" sz="3200" i="1" dirty="0" err="1"/>
              <a:t>pelita</a:t>
            </a:r>
            <a:r>
              <a:rPr lang="en-ID" sz="3200" i="1" dirty="0"/>
              <a:t> yang sangat </a:t>
            </a:r>
            <a:r>
              <a:rPr lang="en-ID" sz="3200" i="1" dirty="0" err="1"/>
              <a:t>terang</a:t>
            </a:r>
            <a:r>
              <a:rPr lang="en-ID" sz="3200" i="1" dirty="0"/>
              <a:t> (</a:t>
            </a:r>
            <a:r>
              <a:rPr lang="en-ID" sz="3200" i="1" dirty="0" err="1"/>
              <a:t>panas</a:t>
            </a:r>
            <a:r>
              <a:rPr lang="en-ID" sz="3200" i="1" dirty="0"/>
              <a:t>)” </a:t>
            </a:r>
            <a:r>
              <a:rPr lang="en-ID" sz="3200" dirty="0"/>
              <a:t>Ayat </a:t>
            </a:r>
            <a:r>
              <a:rPr lang="en-ID" sz="3200" dirty="0" err="1"/>
              <a:t>tersebut</a:t>
            </a:r>
            <a:r>
              <a:rPr lang="en-ID" sz="3200" dirty="0"/>
              <a:t> </a:t>
            </a:r>
            <a:r>
              <a:rPr lang="en-ID" sz="3200" dirty="0" err="1"/>
              <a:t>menunjukkan</a:t>
            </a:r>
            <a:r>
              <a:rPr lang="en-ID" sz="3200" dirty="0"/>
              <a:t> </a:t>
            </a:r>
            <a:r>
              <a:rPr lang="en-ID" sz="3200" dirty="0" err="1"/>
              <a:t>bahwa</a:t>
            </a:r>
            <a:r>
              <a:rPr lang="en-ID" sz="3200" dirty="0"/>
              <a:t> </a:t>
            </a:r>
            <a:r>
              <a:rPr lang="en-ID" sz="3200" dirty="0" err="1"/>
              <a:t>matahari</a:t>
            </a:r>
            <a:r>
              <a:rPr lang="en-ID" sz="3200" dirty="0"/>
              <a:t> </a:t>
            </a:r>
            <a:r>
              <a:rPr lang="en-ID" sz="3200" dirty="0" err="1"/>
              <a:t>merupakan</a:t>
            </a:r>
            <a:r>
              <a:rPr lang="en-ID" sz="3200" dirty="0"/>
              <a:t> </a:t>
            </a:r>
            <a:r>
              <a:rPr lang="en-ID" sz="3200" dirty="0" err="1"/>
              <a:t>sumber</a:t>
            </a:r>
            <a:r>
              <a:rPr lang="en-ID" sz="3200" dirty="0"/>
              <a:t> </a:t>
            </a:r>
            <a:r>
              <a:rPr lang="en-ID" sz="3200" dirty="0" err="1"/>
              <a:t>cahaya</a:t>
            </a:r>
            <a:r>
              <a:rPr lang="en-ID" sz="3200" dirty="0"/>
              <a:t> dan </a:t>
            </a:r>
            <a:r>
              <a:rPr lang="en-ID" sz="3200" dirty="0" err="1"/>
              <a:t>panas</a:t>
            </a:r>
            <a:r>
              <a:rPr lang="en-ID" sz="3200" dirty="0"/>
              <a:t> yang </a:t>
            </a:r>
            <a:r>
              <a:rPr lang="en-ID" sz="3200" dirty="0" err="1"/>
              <a:t>memiliki</a:t>
            </a:r>
            <a:r>
              <a:rPr lang="en-ID" sz="3200" dirty="0"/>
              <a:t> </a:t>
            </a:r>
            <a:r>
              <a:rPr lang="en-ID" sz="3200" dirty="0" err="1"/>
              <a:t>peran</a:t>
            </a:r>
            <a:r>
              <a:rPr lang="en-ID" sz="3200" dirty="0"/>
              <a:t> </a:t>
            </a:r>
            <a:r>
              <a:rPr lang="en-ID" sz="3200" dirty="0" err="1"/>
              <a:t>penting</a:t>
            </a:r>
            <a:r>
              <a:rPr lang="en-ID" sz="3200" dirty="0"/>
              <a:t> </a:t>
            </a:r>
            <a:r>
              <a:rPr lang="en-ID" sz="3200" dirty="0" err="1"/>
              <a:t>bagi</a:t>
            </a:r>
            <a:r>
              <a:rPr lang="en-ID" sz="3200" dirty="0"/>
              <a:t> </a:t>
            </a:r>
            <a:r>
              <a:rPr lang="en-ID" sz="3200" dirty="0" err="1"/>
              <a:t>kehidupan</a:t>
            </a:r>
            <a:r>
              <a:rPr lang="en-ID" sz="3200" dirty="0"/>
              <a:t> di </a:t>
            </a:r>
            <a:r>
              <a:rPr lang="en-ID" sz="3200" dirty="0" err="1"/>
              <a:t>bumi</a:t>
            </a:r>
            <a:r>
              <a:rPr lang="en-ID" sz="3200" dirty="0"/>
              <a:t>. </a:t>
            </a:r>
            <a:r>
              <a:rPr lang="en-US" sz="3200" dirty="0"/>
              <a:t>(Azmi et al., 2023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DB098E-3F16-C002-8506-6EA4E5134123}"/>
              </a:ext>
            </a:extLst>
          </p:cNvPr>
          <p:cNvSpPr txBox="1"/>
          <p:nvPr/>
        </p:nvSpPr>
        <p:spPr>
          <a:xfrm>
            <a:off x="8305800" y="7127128"/>
            <a:ext cx="96193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Global Horizontal Irradiance (GHI) </a:t>
            </a:r>
          </a:p>
          <a:p>
            <a:r>
              <a:rPr lang="en-US" sz="3200" dirty="0">
                <a:solidFill>
                  <a:srgbClr val="00B050"/>
                </a:solidFill>
              </a:rPr>
              <a:t>Total </a:t>
            </a:r>
            <a:r>
              <a:rPr lang="en-US" sz="3200" dirty="0" err="1">
                <a:solidFill>
                  <a:srgbClr val="00B050"/>
                </a:solidFill>
              </a:rPr>
              <a:t>radiasi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matahari</a:t>
            </a:r>
            <a:r>
              <a:rPr lang="en-US" sz="3200" dirty="0">
                <a:solidFill>
                  <a:srgbClr val="00B050"/>
                </a:solidFill>
              </a:rPr>
              <a:t> pada </a:t>
            </a:r>
            <a:r>
              <a:rPr lang="en-US" sz="3200" dirty="0" err="1">
                <a:solidFill>
                  <a:srgbClr val="00B050"/>
                </a:solidFill>
              </a:rPr>
              <a:t>permukaan</a:t>
            </a:r>
            <a:r>
              <a:rPr lang="en-US" sz="3200" dirty="0">
                <a:solidFill>
                  <a:srgbClr val="00B050"/>
                </a:solidFill>
              </a:rPr>
              <a:t> horizontal </a:t>
            </a:r>
            <a:r>
              <a:rPr lang="en-US" sz="3200" dirty="0" err="1">
                <a:solidFill>
                  <a:srgbClr val="00B050"/>
                </a:solidFill>
              </a:rPr>
              <a:t>bumi</a:t>
            </a:r>
            <a:r>
              <a:rPr lang="en-US" sz="3200" dirty="0">
                <a:solidFill>
                  <a:srgbClr val="00B050"/>
                </a:solidFill>
              </a:rPr>
              <a:t>: </a:t>
            </a:r>
          </a:p>
          <a:p>
            <a:r>
              <a:rPr lang="en-US" sz="3200" b="1" i="1" dirty="0">
                <a:solidFill>
                  <a:srgbClr val="00B050"/>
                </a:solidFill>
              </a:rPr>
              <a:t>GHI = DNI × cos(</a:t>
            </a:r>
            <a:r>
              <a:rPr lang="en-US" sz="3200" b="1" i="1" dirty="0" err="1">
                <a:solidFill>
                  <a:srgbClr val="00B050"/>
                </a:solidFill>
              </a:rPr>
              <a:t>θz</a:t>
            </a:r>
            <a:r>
              <a:rPr lang="en-US" sz="3200" b="1" i="1" dirty="0">
                <a:solidFill>
                  <a:srgbClr val="00B050"/>
                </a:solidFill>
              </a:rPr>
              <a:t>) + DHI </a:t>
            </a:r>
          </a:p>
          <a:p>
            <a:endParaRPr lang="en-US" sz="3200" b="1" i="1" dirty="0">
              <a:solidFill>
                <a:srgbClr val="00B050"/>
              </a:solidFill>
            </a:endParaRPr>
          </a:p>
          <a:p>
            <a:r>
              <a:rPr lang="en-US" sz="3200" dirty="0">
                <a:solidFill>
                  <a:srgbClr val="00B050"/>
                </a:solidFill>
              </a:rPr>
              <a:t>GHI = </a:t>
            </a:r>
            <a:r>
              <a:rPr lang="en-US" sz="3200" dirty="0" err="1">
                <a:solidFill>
                  <a:srgbClr val="00B050"/>
                </a:solidFill>
              </a:rPr>
              <a:t>indikator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utama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perencanaan</a:t>
            </a:r>
            <a:r>
              <a:rPr lang="en-US" sz="3200" dirty="0">
                <a:solidFill>
                  <a:srgbClr val="00B050"/>
                </a:solidFill>
              </a:rPr>
              <a:t> dan </a:t>
            </a:r>
            <a:r>
              <a:rPr lang="en-US" sz="3200" dirty="0" err="1">
                <a:solidFill>
                  <a:srgbClr val="00B050"/>
                </a:solidFill>
              </a:rPr>
              <a:t>optimasi</a:t>
            </a:r>
            <a:r>
              <a:rPr lang="en-US" sz="3200" dirty="0">
                <a:solidFill>
                  <a:srgbClr val="00B050"/>
                </a:solidFill>
              </a:rPr>
              <a:t> PLTS (Yildirim et al., 2023).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F3228-C6F9-209A-B9D4-B1BDEAEF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B3D503F1-AF2A-07E0-3A85-AAF9BBFCEA70}"/>
              </a:ext>
            </a:extLst>
          </p:cNvPr>
          <p:cNvSpPr txBox="1"/>
          <p:nvPr/>
        </p:nvSpPr>
        <p:spPr>
          <a:xfrm>
            <a:off x="838200" y="444754"/>
            <a:ext cx="9699502" cy="116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45"/>
              </a:lnSpc>
            </a:pPr>
            <a:r>
              <a:rPr lang="en-US" sz="4400" b="1" dirty="0">
                <a:solidFill>
                  <a:srgbClr val="042060"/>
                </a:solidFill>
                <a:latin typeface="Poppins Bold" panose="020B0604020202020204" charset="0"/>
                <a:ea typeface="Poppins Bold"/>
                <a:cs typeface="Poppins Bold" panose="020B0604020202020204" charset="0"/>
                <a:sym typeface="Poppins Bold"/>
              </a:rPr>
              <a:t> </a:t>
            </a:r>
            <a:r>
              <a:rPr lang="en-US" sz="4400" b="1" dirty="0" err="1">
                <a:solidFill>
                  <a:srgbClr val="042060"/>
                </a:solidFill>
                <a:latin typeface="Poppins Bold" panose="020B0604020202020204" charset="0"/>
                <a:ea typeface="Poppins Bold"/>
                <a:cs typeface="Poppins Bold" panose="020B0604020202020204" charset="0"/>
                <a:sym typeface="Poppins Bold"/>
              </a:rPr>
              <a:t>Rumusan</a:t>
            </a:r>
            <a:r>
              <a:rPr lang="en-US" sz="4400" b="1" dirty="0">
                <a:solidFill>
                  <a:srgbClr val="042060"/>
                </a:solidFill>
                <a:latin typeface="Poppins Bold" panose="020B0604020202020204" charset="0"/>
                <a:ea typeface="Poppins Bold"/>
                <a:cs typeface="Poppins Bold" panose="020B0604020202020204" charset="0"/>
                <a:sym typeface="Poppins Bold"/>
              </a:rPr>
              <a:t> </a:t>
            </a:r>
            <a:r>
              <a:rPr lang="en-US" sz="4400" b="1" dirty="0" err="1">
                <a:solidFill>
                  <a:srgbClr val="042060"/>
                </a:solidFill>
                <a:latin typeface="Poppins Bold" panose="020B0604020202020204" charset="0"/>
                <a:ea typeface="Poppins Bold"/>
                <a:cs typeface="Poppins Bold" panose="020B0604020202020204" charset="0"/>
                <a:sym typeface="Poppins Bold"/>
              </a:rPr>
              <a:t>Masalah</a:t>
            </a:r>
            <a:endParaRPr lang="en-US" sz="4400" b="1" dirty="0">
              <a:solidFill>
                <a:srgbClr val="042060"/>
              </a:solidFill>
              <a:latin typeface="Poppins Bold" panose="020B0604020202020204" charset="0"/>
              <a:ea typeface="Poppins Bold"/>
              <a:cs typeface="Poppins Bold" panose="020B0604020202020204" charset="0"/>
              <a:sym typeface="Poppins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1FE8359-401E-DD7D-F3ED-E5554A48EE1B}"/>
              </a:ext>
            </a:extLst>
          </p:cNvPr>
          <p:cNvGrpSpPr/>
          <p:nvPr/>
        </p:nvGrpSpPr>
        <p:grpSpPr>
          <a:xfrm>
            <a:off x="1" y="1837284"/>
            <a:ext cx="8534399" cy="8449716"/>
            <a:chOff x="0" y="0"/>
            <a:chExt cx="3242534" cy="84711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3E52302-296E-B785-95D7-0FE45337CDB3}"/>
                </a:ext>
              </a:extLst>
            </p:cNvPr>
            <p:cNvSpPr/>
            <p:nvPr/>
          </p:nvSpPr>
          <p:spPr>
            <a:xfrm>
              <a:off x="0" y="0"/>
              <a:ext cx="3242534" cy="847114"/>
            </a:xfrm>
            <a:custGeom>
              <a:avLst/>
              <a:gdLst/>
              <a:ahLst/>
              <a:cxnLst/>
              <a:rect l="l" t="t" r="r" b="b"/>
              <a:pathLst>
                <a:path w="3242534" h="847114">
                  <a:moveTo>
                    <a:pt x="0" y="0"/>
                  </a:moveTo>
                  <a:lnTo>
                    <a:pt x="3242534" y="0"/>
                  </a:lnTo>
                  <a:lnTo>
                    <a:pt x="3242534" y="847114"/>
                  </a:lnTo>
                  <a:lnTo>
                    <a:pt x="0" y="847114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CF5532F-5B7C-6BA7-1A28-E2FF83C32E63}"/>
                </a:ext>
              </a:extLst>
            </p:cNvPr>
            <p:cNvSpPr txBox="1"/>
            <p:nvPr/>
          </p:nvSpPr>
          <p:spPr>
            <a:xfrm>
              <a:off x="0" y="-47625"/>
              <a:ext cx="3242534" cy="894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0DF0AE5C-16E2-5012-B2CF-77924F471806}"/>
              </a:ext>
            </a:extLst>
          </p:cNvPr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F59676-1E86-ED63-22D2-B0120491D55E}"/>
              </a:ext>
            </a:extLst>
          </p:cNvPr>
          <p:cNvSpPr txBox="1"/>
          <p:nvPr/>
        </p:nvSpPr>
        <p:spPr>
          <a:xfrm>
            <a:off x="430382" y="1917531"/>
            <a:ext cx="7799218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00B050"/>
                </a:solidFill>
              </a:rPr>
              <a:t>1.	</a:t>
            </a:r>
            <a:r>
              <a:rPr lang="en-US" sz="3200" dirty="0" err="1">
                <a:solidFill>
                  <a:srgbClr val="00B050"/>
                </a:solidFill>
              </a:rPr>
              <a:t>Bagaimana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performa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metode</a:t>
            </a:r>
            <a:r>
              <a:rPr lang="en-US" sz="3200" dirty="0">
                <a:solidFill>
                  <a:srgbClr val="00B050"/>
                </a:solidFill>
              </a:rPr>
              <a:t> LSTM </a:t>
            </a:r>
            <a:r>
              <a:rPr lang="en-US" sz="3200" dirty="0" err="1">
                <a:solidFill>
                  <a:srgbClr val="00B050"/>
                </a:solidFill>
              </a:rPr>
              <a:t>dalam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prediksi</a:t>
            </a:r>
            <a:r>
              <a:rPr lang="en-US" sz="3200" dirty="0">
                <a:solidFill>
                  <a:srgbClr val="00B050"/>
                </a:solidFill>
              </a:rPr>
              <a:t> GHI </a:t>
            </a:r>
            <a:r>
              <a:rPr lang="en-US" sz="3200" dirty="0" err="1">
                <a:solidFill>
                  <a:srgbClr val="00B050"/>
                </a:solidFill>
              </a:rPr>
              <a:t>satu</a:t>
            </a:r>
            <a:r>
              <a:rPr lang="en-US" sz="3200" dirty="0">
                <a:solidFill>
                  <a:srgbClr val="00B050"/>
                </a:solidFill>
              </a:rPr>
              <a:t> jam </a:t>
            </a:r>
            <a:r>
              <a:rPr lang="en-US" sz="3200" dirty="0" err="1">
                <a:solidFill>
                  <a:srgbClr val="00B050"/>
                </a:solidFill>
              </a:rPr>
              <a:t>ke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depan</a:t>
            </a:r>
            <a:r>
              <a:rPr lang="en-US" sz="3200" dirty="0">
                <a:solidFill>
                  <a:srgbClr val="00B050"/>
                </a:solidFill>
              </a:rPr>
              <a:t>?</a:t>
            </a:r>
          </a:p>
          <a:p>
            <a:pPr algn="just"/>
            <a:r>
              <a:rPr lang="en-US" sz="3200" dirty="0">
                <a:solidFill>
                  <a:srgbClr val="00B050"/>
                </a:solidFill>
              </a:rPr>
              <a:t>2.	</a:t>
            </a:r>
            <a:r>
              <a:rPr lang="en-US" sz="3200" dirty="0" err="1">
                <a:solidFill>
                  <a:srgbClr val="00B050"/>
                </a:solidFill>
              </a:rPr>
              <a:t>Bagaimana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performa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metode</a:t>
            </a:r>
            <a:r>
              <a:rPr lang="en-US" sz="3200" dirty="0">
                <a:solidFill>
                  <a:srgbClr val="00B050"/>
                </a:solidFill>
              </a:rPr>
              <a:t> Multivariate LSTM </a:t>
            </a:r>
            <a:r>
              <a:rPr lang="en-US" sz="3200" dirty="0" err="1">
                <a:solidFill>
                  <a:srgbClr val="00B050"/>
                </a:solidFill>
              </a:rPr>
              <a:t>dalam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memprediksi</a:t>
            </a:r>
            <a:r>
              <a:rPr lang="en-US" sz="3200" dirty="0">
                <a:solidFill>
                  <a:srgbClr val="00B050"/>
                </a:solidFill>
              </a:rPr>
              <a:t> GHI  </a:t>
            </a:r>
            <a:r>
              <a:rPr lang="en-US" sz="3200" dirty="0" err="1">
                <a:solidFill>
                  <a:srgbClr val="00B050"/>
                </a:solidFill>
              </a:rPr>
              <a:t>satu</a:t>
            </a:r>
            <a:r>
              <a:rPr lang="en-US" sz="3200" dirty="0">
                <a:solidFill>
                  <a:srgbClr val="00B050"/>
                </a:solidFill>
              </a:rPr>
              <a:t> jam </a:t>
            </a:r>
            <a:r>
              <a:rPr lang="en-US" sz="3200" dirty="0" err="1">
                <a:solidFill>
                  <a:srgbClr val="00B050"/>
                </a:solidFill>
              </a:rPr>
              <a:t>ke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depan</a:t>
            </a:r>
            <a:r>
              <a:rPr lang="en-US" sz="3200" dirty="0">
                <a:solidFill>
                  <a:srgbClr val="00B050"/>
                </a:solidFill>
              </a:rPr>
              <a:t>?</a:t>
            </a:r>
          </a:p>
          <a:p>
            <a:pPr algn="just"/>
            <a:r>
              <a:rPr lang="en-US" sz="3200" dirty="0">
                <a:solidFill>
                  <a:srgbClr val="00B050"/>
                </a:solidFill>
              </a:rPr>
              <a:t>3.	Bagaimana </a:t>
            </a:r>
            <a:r>
              <a:rPr lang="en-US" sz="3200" dirty="0" err="1">
                <a:solidFill>
                  <a:srgbClr val="00B050"/>
                </a:solidFill>
              </a:rPr>
              <a:t>perbandingan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performa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antara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metode</a:t>
            </a:r>
            <a:r>
              <a:rPr lang="en-US" sz="3200" dirty="0">
                <a:solidFill>
                  <a:srgbClr val="00B050"/>
                </a:solidFill>
              </a:rPr>
              <a:t> LSTM dan M-LSTM?</a:t>
            </a:r>
          </a:p>
          <a:p>
            <a:pPr algn="just"/>
            <a:r>
              <a:rPr lang="en-US" sz="3200" dirty="0">
                <a:solidFill>
                  <a:srgbClr val="00B050"/>
                </a:solidFill>
              </a:rPr>
              <a:t>4.	</a:t>
            </a:r>
            <a:r>
              <a:rPr lang="en-US" sz="3200" dirty="0" err="1">
                <a:solidFill>
                  <a:srgbClr val="00B050"/>
                </a:solidFill>
              </a:rPr>
              <a:t>Bagaimana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pengaruh</a:t>
            </a:r>
            <a:r>
              <a:rPr lang="en-US" sz="3200" dirty="0">
                <a:solidFill>
                  <a:srgbClr val="00B050"/>
                </a:solidFill>
              </a:rPr>
              <a:t> variable </a:t>
            </a:r>
            <a:r>
              <a:rPr lang="en-US" sz="3200" dirty="0" err="1">
                <a:solidFill>
                  <a:srgbClr val="00B050"/>
                </a:solidFill>
              </a:rPr>
              <a:t>multivariat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terhadap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akurasi</a:t>
            </a:r>
            <a:r>
              <a:rPr lang="en-US" sz="3200" dirty="0">
                <a:solidFill>
                  <a:srgbClr val="00B050"/>
                </a:solidFill>
              </a:rPr>
              <a:t> GHI </a:t>
            </a:r>
            <a:r>
              <a:rPr lang="en-US" sz="3200" dirty="0" err="1">
                <a:solidFill>
                  <a:srgbClr val="00B050"/>
                </a:solidFill>
              </a:rPr>
              <a:t>jangka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pendek</a:t>
            </a:r>
            <a:r>
              <a:rPr lang="en-US" sz="3200" dirty="0">
                <a:solidFill>
                  <a:srgbClr val="00B050"/>
                </a:solidFill>
              </a:rPr>
              <a:t>?</a:t>
            </a:r>
          </a:p>
          <a:p>
            <a:pPr algn="just"/>
            <a:r>
              <a:rPr lang="en-US" sz="3200" dirty="0">
                <a:solidFill>
                  <a:srgbClr val="00B050"/>
                </a:solidFill>
              </a:rPr>
              <a:t>5.	</a:t>
            </a:r>
            <a:r>
              <a:rPr lang="en-US" sz="3200" dirty="0" err="1">
                <a:solidFill>
                  <a:srgbClr val="00B050"/>
                </a:solidFill>
              </a:rPr>
              <a:t>Bagaimana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pengaruh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musim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hujan</a:t>
            </a:r>
            <a:r>
              <a:rPr lang="en-US" sz="3200" dirty="0">
                <a:solidFill>
                  <a:srgbClr val="00B050"/>
                </a:solidFill>
              </a:rPr>
              <a:t> dan </a:t>
            </a:r>
            <a:r>
              <a:rPr lang="en-US" sz="3200" dirty="0" err="1">
                <a:solidFill>
                  <a:srgbClr val="00B050"/>
                </a:solidFill>
              </a:rPr>
              <a:t>kemarau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terhadap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performa</a:t>
            </a:r>
            <a:r>
              <a:rPr lang="en-US" sz="3200" dirty="0">
                <a:solidFill>
                  <a:srgbClr val="00B050"/>
                </a:solidFill>
              </a:rPr>
              <a:t> model </a:t>
            </a:r>
            <a:r>
              <a:rPr lang="en-US" sz="3200" dirty="0" err="1">
                <a:solidFill>
                  <a:srgbClr val="00B050"/>
                </a:solidFill>
              </a:rPr>
              <a:t>prediksi</a:t>
            </a:r>
            <a:r>
              <a:rPr lang="en-US" sz="3200" dirty="0">
                <a:solidFill>
                  <a:srgbClr val="00B050"/>
                </a:solidFill>
              </a:rPr>
              <a:t> GHI?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8ABD63-7F86-1035-C3A5-A72F7DC9DB2E}"/>
              </a:ext>
            </a:extLst>
          </p:cNvPr>
          <p:cNvSpPr txBox="1"/>
          <p:nvPr/>
        </p:nvSpPr>
        <p:spPr>
          <a:xfrm>
            <a:off x="11734800" y="803765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Poppins Bold" panose="020B0604020202020204" charset="0"/>
                <a:cs typeface="Poppins Bold" panose="020B0604020202020204" charset="0"/>
              </a:rPr>
              <a:t>Tujuan </a:t>
            </a:r>
            <a:r>
              <a:rPr lang="en-US" sz="4400" b="1" dirty="0" err="1">
                <a:latin typeface="Poppins Bold" panose="020B0604020202020204" charset="0"/>
                <a:cs typeface="Poppins Bold" panose="020B0604020202020204" charset="0"/>
              </a:rPr>
              <a:t>Penelitian</a:t>
            </a:r>
            <a:endParaRPr lang="en-US" sz="4400" b="1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E2EF5-CDB7-3B44-DA36-24515343D826}"/>
              </a:ext>
            </a:extLst>
          </p:cNvPr>
          <p:cNvSpPr txBox="1"/>
          <p:nvPr/>
        </p:nvSpPr>
        <p:spPr>
          <a:xfrm>
            <a:off x="9764961" y="1920995"/>
            <a:ext cx="79134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1.Mengembangkan </a:t>
            </a:r>
            <a:r>
              <a:rPr lang="en-US" sz="3600" dirty="0" err="1">
                <a:solidFill>
                  <a:srgbClr val="00B050"/>
                </a:solidFill>
              </a:rPr>
              <a:t>metode</a:t>
            </a:r>
            <a:r>
              <a:rPr lang="en-US" sz="3600" dirty="0">
                <a:solidFill>
                  <a:srgbClr val="00B050"/>
                </a:solidFill>
              </a:rPr>
              <a:t> LSTM </a:t>
            </a:r>
            <a:r>
              <a:rPr lang="en-US" sz="3600" dirty="0" err="1">
                <a:solidFill>
                  <a:srgbClr val="00B050"/>
                </a:solidFill>
              </a:rPr>
              <a:t>untuk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prediksi</a:t>
            </a:r>
            <a:r>
              <a:rPr lang="en-US" sz="3600" dirty="0">
                <a:solidFill>
                  <a:srgbClr val="00B050"/>
                </a:solidFill>
              </a:rPr>
              <a:t> GHI</a:t>
            </a:r>
          </a:p>
          <a:p>
            <a:r>
              <a:rPr lang="en-US" sz="3600" dirty="0">
                <a:solidFill>
                  <a:srgbClr val="00B050"/>
                </a:solidFill>
              </a:rPr>
              <a:t>2.Mengembangkan </a:t>
            </a:r>
            <a:r>
              <a:rPr lang="en-US" sz="3600" dirty="0" err="1">
                <a:solidFill>
                  <a:srgbClr val="00B050"/>
                </a:solidFill>
              </a:rPr>
              <a:t>metode</a:t>
            </a:r>
            <a:r>
              <a:rPr lang="en-US" sz="3600" dirty="0">
                <a:solidFill>
                  <a:srgbClr val="00B050"/>
                </a:solidFill>
              </a:rPr>
              <a:t> M-LSTM </a:t>
            </a:r>
            <a:r>
              <a:rPr lang="en-US" sz="3600" dirty="0" err="1">
                <a:solidFill>
                  <a:srgbClr val="00B050"/>
                </a:solidFill>
              </a:rPr>
              <a:t>untuk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prediksi</a:t>
            </a:r>
            <a:r>
              <a:rPr lang="en-US" sz="3600" dirty="0">
                <a:solidFill>
                  <a:srgbClr val="00B050"/>
                </a:solidFill>
              </a:rPr>
              <a:t> GHI</a:t>
            </a:r>
          </a:p>
          <a:p>
            <a:r>
              <a:rPr lang="en-US" sz="3600" dirty="0">
                <a:solidFill>
                  <a:srgbClr val="00B050"/>
                </a:solidFill>
              </a:rPr>
              <a:t>3.Menganalisis </a:t>
            </a:r>
            <a:r>
              <a:rPr lang="en-US" sz="3600" dirty="0" err="1">
                <a:solidFill>
                  <a:srgbClr val="00B050"/>
                </a:solidFill>
              </a:rPr>
              <a:t>performa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kedua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metode</a:t>
            </a:r>
            <a:endParaRPr lang="en-US" sz="3600" dirty="0">
              <a:solidFill>
                <a:srgbClr val="00B050"/>
              </a:solidFill>
            </a:endParaRPr>
          </a:p>
          <a:p>
            <a:r>
              <a:rPr lang="en-US" sz="3600" dirty="0">
                <a:solidFill>
                  <a:srgbClr val="00B050"/>
                </a:solidFill>
              </a:rPr>
              <a:t>4.Menganalisis </a:t>
            </a:r>
            <a:r>
              <a:rPr lang="en-US" sz="3600" dirty="0" err="1">
                <a:solidFill>
                  <a:srgbClr val="00B050"/>
                </a:solidFill>
              </a:rPr>
              <a:t>pengaruh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variabel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multivariat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terhadap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akurasi</a:t>
            </a:r>
            <a:r>
              <a:rPr lang="en-US" sz="3600" dirty="0">
                <a:solidFill>
                  <a:srgbClr val="00B050"/>
                </a:solidFill>
              </a:rPr>
              <a:t> model.</a:t>
            </a:r>
          </a:p>
          <a:p>
            <a:r>
              <a:rPr lang="en-US" sz="3600" dirty="0">
                <a:solidFill>
                  <a:srgbClr val="00B050"/>
                </a:solidFill>
              </a:rPr>
              <a:t>5.Menganalisis </a:t>
            </a:r>
            <a:r>
              <a:rPr lang="en-US" sz="3600" dirty="0" err="1">
                <a:solidFill>
                  <a:srgbClr val="00B050"/>
                </a:solidFill>
              </a:rPr>
              <a:t>pengaruh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musim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hujan</a:t>
            </a:r>
            <a:r>
              <a:rPr lang="en-US" sz="3600" dirty="0">
                <a:solidFill>
                  <a:srgbClr val="00B050"/>
                </a:solidFill>
              </a:rPr>
              <a:t> dan </a:t>
            </a:r>
            <a:r>
              <a:rPr lang="en-US" sz="3600" dirty="0" err="1">
                <a:solidFill>
                  <a:srgbClr val="00B050"/>
                </a:solidFill>
              </a:rPr>
              <a:t>kemarau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terhadap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hasil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prediksi</a:t>
            </a:r>
            <a:r>
              <a:rPr lang="en-US" sz="3600" dirty="0">
                <a:solidFill>
                  <a:srgbClr val="00B05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651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7A685-6268-5753-F65B-1453755F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5CD7FFC-593F-6711-E649-BEE948378F7E}"/>
              </a:ext>
            </a:extLst>
          </p:cNvPr>
          <p:cNvSpPr txBox="1"/>
          <p:nvPr/>
        </p:nvSpPr>
        <p:spPr>
          <a:xfrm>
            <a:off x="1934110" y="583490"/>
            <a:ext cx="3136984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Wardiere Company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1826021-1725-7334-39DB-5A1057E47F65}"/>
              </a:ext>
            </a:extLst>
          </p:cNvPr>
          <p:cNvSpPr txBox="1"/>
          <p:nvPr/>
        </p:nvSpPr>
        <p:spPr>
          <a:xfrm>
            <a:off x="10870272" y="605327"/>
            <a:ext cx="129852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Home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96A0F7C-250F-4575-A1E1-8C43FADB8D85}"/>
              </a:ext>
            </a:extLst>
          </p:cNvPr>
          <p:cNvSpPr txBox="1"/>
          <p:nvPr/>
        </p:nvSpPr>
        <p:spPr>
          <a:xfrm>
            <a:off x="12446564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About Us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E51894-09AA-9D70-6FC0-52FD69EF4669}"/>
              </a:ext>
            </a:extLst>
          </p:cNvPr>
          <p:cNvSpPr txBox="1"/>
          <p:nvPr/>
        </p:nvSpPr>
        <p:spPr>
          <a:xfrm>
            <a:off x="14202661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Portfolio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6CC2D9D-928B-2180-DA7E-E293FD62E19E}"/>
              </a:ext>
            </a:extLst>
          </p:cNvPr>
          <p:cNvSpPr txBox="1"/>
          <p:nvPr/>
        </p:nvSpPr>
        <p:spPr>
          <a:xfrm>
            <a:off x="15958759" y="605327"/>
            <a:ext cx="167516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Contact Us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D13C0611-6C32-2E80-7341-026E9BB83CE0}"/>
              </a:ext>
            </a:extLst>
          </p:cNvPr>
          <p:cNvGrpSpPr/>
          <p:nvPr/>
        </p:nvGrpSpPr>
        <p:grpSpPr>
          <a:xfrm>
            <a:off x="0" y="-243938"/>
            <a:ext cx="18287999" cy="10530938"/>
            <a:chOff x="0" y="-47625"/>
            <a:chExt cx="2479008" cy="104380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CC171F3-3CD1-247A-7A44-2A74C52285CD}"/>
                </a:ext>
              </a:extLst>
            </p:cNvPr>
            <p:cNvSpPr/>
            <p:nvPr/>
          </p:nvSpPr>
          <p:spPr>
            <a:xfrm>
              <a:off x="0" y="0"/>
              <a:ext cx="2479008" cy="996182"/>
            </a:xfrm>
            <a:custGeom>
              <a:avLst/>
              <a:gdLst/>
              <a:ahLst/>
              <a:cxnLst/>
              <a:rect l="l" t="t" r="r" b="b"/>
              <a:pathLst>
                <a:path w="2408296" h="996182">
                  <a:moveTo>
                    <a:pt x="0" y="0"/>
                  </a:moveTo>
                  <a:lnTo>
                    <a:pt x="2408296" y="0"/>
                  </a:lnTo>
                  <a:lnTo>
                    <a:pt x="2408296" y="996182"/>
                  </a:lnTo>
                  <a:lnTo>
                    <a:pt x="0" y="996182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AFBBE29-E6E6-390E-BC7D-B76C8737B4DA}"/>
                </a:ext>
              </a:extLst>
            </p:cNvPr>
            <p:cNvSpPr txBox="1"/>
            <p:nvPr/>
          </p:nvSpPr>
          <p:spPr>
            <a:xfrm>
              <a:off x="0" y="-47625"/>
              <a:ext cx="2408296" cy="1043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F5296AFB-609A-249B-0D26-C0E70C63F4F3}"/>
              </a:ext>
            </a:extLst>
          </p:cNvPr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57E7A-E893-ABE8-D8C4-4AB4C5CC491D}"/>
              </a:ext>
            </a:extLst>
          </p:cNvPr>
          <p:cNvSpPr txBox="1"/>
          <p:nvPr/>
        </p:nvSpPr>
        <p:spPr>
          <a:xfrm>
            <a:off x="654076" y="610479"/>
            <a:ext cx="17633923" cy="920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Batasan </a:t>
            </a:r>
            <a:r>
              <a:rPr lang="en-US" sz="4400" b="1" dirty="0" err="1">
                <a:solidFill>
                  <a:schemeClr val="bg1"/>
                </a:solidFill>
              </a:rPr>
              <a:t>Penelitian</a:t>
            </a:r>
            <a:endParaRPr lang="en-US" sz="4400" b="1" dirty="0">
              <a:solidFill>
                <a:schemeClr val="bg1"/>
              </a:solidFill>
            </a:endParaRPr>
          </a:p>
          <a:p>
            <a:pPr algn="ctr"/>
            <a:endParaRPr lang="en-US" sz="4400" b="1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1.	Dataset yang </a:t>
            </a:r>
            <a:r>
              <a:rPr lang="en-US" sz="3600" dirty="0" err="1">
                <a:solidFill>
                  <a:schemeClr val="bg1"/>
                </a:solidFill>
              </a:rPr>
              <a:t>digunakan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merupakan</a:t>
            </a:r>
            <a:r>
              <a:rPr lang="en-US" sz="3600" dirty="0">
                <a:solidFill>
                  <a:schemeClr val="bg1"/>
                </a:solidFill>
              </a:rPr>
              <a:t> data </a:t>
            </a:r>
            <a:r>
              <a:rPr lang="en-US" sz="3600" dirty="0" err="1">
                <a:solidFill>
                  <a:schemeClr val="bg1"/>
                </a:solidFill>
              </a:rPr>
              <a:t>radiasi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matahari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dengan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resolusi</a:t>
            </a:r>
            <a:r>
              <a:rPr lang="en-US" sz="3600" dirty="0">
                <a:solidFill>
                  <a:schemeClr val="bg1"/>
                </a:solidFill>
              </a:rPr>
              <a:t> temporal per </a:t>
            </a:r>
            <a:r>
              <a:rPr lang="en-US" sz="3600" dirty="0" err="1">
                <a:solidFill>
                  <a:schemeClr val="bg1"/>
                </a:solidFill>
              </a:rPr>
              <a:t>menit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selama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periode</a:t>
            </a:r>
            <a:r>
              <a:rPr lang="en-US" sz="3600" dirty="0">
                <a:solidFill>
                  <a:schemeClr val="bg1"/>
                </a:solidFill>
              </a:rPr>
              <a:t> 1 Mei 2025 </a:t>
            </a:r>
            <a:r>
              <a:rPr lang="en-US" sz="3600" dirty="0" err="1">
                <a:solidFill>
                  <a:schemeClr val="bg1"/>
                </a:solidFill>
              </a:rPr>
              <a:t>hingga</a:t>
            </a:r>
            <a:r>
              <a:rPr lang="en-US" sz="3600" dirty="0">
                <a:solidFill>
                  <a:schemeClr val="bg1"/>
                </a:solidFill>
              </a:rPr>
              <a:t> 30 April 2026 di wilayah Malang, Jawa Timur.</a:t>
            </a:r>
          </a:p>
          <a:p>
            <a:r>
              <a:rPr lang="en-US" sz="3600" dirty="0">
                <a:solidFill>
                  <a:schemeClr val="bg1"/>
                </a:solidFill>
              </a:rPr>
              <a:t>2.	Target </a:t>
            </a:r>
            <a:r>
              <a:rPr lang="en-US" sz="3600" dirty="0" err="1">
                <a:solidFill>
                  <a:schemeClr val="bg1"/>
                </a:solidFill>
              </a:rPr>
              <a:t>prediksi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dalam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penelitian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ini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adalah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nilai</a:t>
            </a:r>
            <a:r>
              <a:rPr lang="en-US" sz="3600" dirty="0">
                <a:solidFill>
                  <a:schemeClr val="bg1"/>
                </a:solidFill>
              </a:rPr>
              <a:t> Global Horizontal Irradiance (GHI) </a:t>
            </a:r>
            <a:r>
              <a:rPr lang="en-US" sz="3600" dirty="0" err="1">
                <a:solidFill>
                  <a:schemeClr val="bg1"/>
                </a:solidFill>
              </a:rPr>
              <a:t>satu</a:t>
            </a:r>
            <a:r>
              <a:rPr lang="en-US" sz="3600" dirty="0">
                <a:solidFill>
                  <a:schemeClr val="bg1"/>
                </a:solidFill>
              </a:rPr>
              <a:t> jam </a:t>
            </a:r>
            <a:r>
              <a:rPr lang="en-US" sz="3600" dirty="0" err="1">
                <a:solidFill>
                  <a:schemeClr val="bg1"/>
                </a:solidFill>
              </a:rPr>
              <a:t>ke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depan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</a:rPr>
              <a:t>3.	Metode yang </a:t>
            </a:r>
            <a:r>
              <a:rPr lang="en-US" sz="3600" dirty="0" err="1">
                <a:solidFill>
                  <a:schemeClr val="bg1"/>
                </a:solidFill>
              </a:rPr>
              <a:t>digunakan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dalam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penelitian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ini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adalah</a:t>
            </a:r>
            <a:r>
              <a:rPr lang="en-US" sz="3600" dirty="0">
                <a:solidFill>
                  <a:schemeClr val="bg1"/>
                </a:solidFill>
              </a:rPr>
              <a:t> Long Short-Term Memory (LSTM) dan Multivariate Long Short-Term Memory (M-LSTM).</a:t>
            </a:r>
          </a:p>
          <a:p>
            <a:pPr marL="742950" indent="-742950">
              <a:buAutoNum type="arabicPeriod" startAt="4"/>
            </a:pPr>
            <a:r>
              <a:rPr lang="en-US" sz="3600" dirty="0" err="1">
                <a:solidFill>
                  <a:schemeClr val="bg1"/>
                </a:solidFill>
              </a:rPr>
              <a:t>Variabel</a:t>
            </a:r>
            <a:r>
              <a:rPr lang="en-US" sz="3600" dirty="0">
                <a:solidFill>
                  <a:schemeClr val="bg1"/>
                </a:solidFill>
              </a:rPr>
              <a:t> input yang </a:t>
            </a:r>
            <a:r>
              <a:rPr lang="en-US" sz="3600" dirty="0" err="1">
                <a:solidFill>
                  <a:schemeClr val="bg1"/>
                </a:solidFill>
              </a:rPr>
              <a:t>digunakan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meliputi</a:t>
            </a:r>
            <a:r>
              <a:rPr lang="en-US" sz="3600" dirty="0">
                <a:solidFill>
                  <a:schemeClr val="bg1"/>
                </a:solidFill>
              </a:rPr>
              <a:t> GHI, DNI, Diffuse (DHI), reflective Radiation, Net radiation, Azimuth, elevation.</a:t>
            </a:r>
          </a:p>
          <a:p>
            <a:pPr marL="742950" indent="-742950">
              <a:buAutoNum type="arabicPeriod" startAt="4"/>
            </a:pP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 err="1">
                <a:solidFill>
                  <a:schemeClr val="bg1"/>
                </a:solidFill>
              </a:rPr>
              <a:t>Penelitian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ini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tidak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menggunakan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variabel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meteorologi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tambahan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seperti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suhu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udara</a:t>
            </a:r>
            <a:r>
              <a:rPr lang="en-US" sz="3600" dirty="0">
                <a:solidFill>
                  <a:schemeClr val="bg1"/>
                </a:solidFill>
              </a:rPr>
              <a:t>, </a:t>
            </a:r>
            <a:r>
              <a:rPr lang="en-US" sz="3600" dirty="0" err="1">
                <a:solidFill>
                  <a:schemeClr val="bg1"/>
                </a:solidFill>
              </a:rPr>
              <a:t>kelembapan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udara</a:t>
            </a:r>
            <a:r>
              <a:rPr lang="en-US" sz="3600" dirty="0">
                <a:solidFill>
                  <a:schemeClr val="bg1"/>
                </a:solidFill>
              </a:rPr>
              <a:t>, dan </a:t>
            </a:r>
            <a:r>
              <a:rPr lang="en-US" sz="3600" dirty="0" err="1">
                <a:solidFill>
                  <a:schemeClr val="bg1"/>
                </a:solidFill>
              </a:rPr>
              <a:t>kecepatan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angin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</a:rPr>
              <a:t>6.	</a:t>
            </a:r>
            <a:r>
              <a:rPr lang="en-US" sz="3600" dirty="0" err="1">
                <a:solidFill>
                  <a:schemeClr val="bg1"/>
                </a:solidFill>
              </a:rPr>
              <a:t>Evaluasi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performa</a:t>
            </a:r>
            <a:r>
              <a:rPr lang="en-US" sz="3600" dirty="0">
                <a:solidFill>
                  <a:schemeClr val="bg1"/>
                </a:solidFill>
              </a:rPr>
              <a:t> model </a:t>
            </a:r>
            <a:r>
              <a:rPr lang="en-US" sz="3600" dirty="0" err="1">
                <a:solidFill>
                  <a:schemeClr val="bg1"/>
                </a:solidFill>
              </a:rPr>
              <a:t>dilakukan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menggunakan</a:t>
            </a:r>
            <a:r>
              <a:rPr lang="en-US" sz="3600" dirty="0">
                <a:solidFill>
                  <a:schemeClr val="bg1"/>
                </a:solidFill>
              </a:rPr>
              <a:t> Root Mean Square Error (RMSE), Mean Absolute Error (MAE), dan Coefficient of Determination (R²).</a:t>
            </a:r>
          </a:p>
          <a:p>
            <a:r>
              <a:rPr lang="en-US" sz="3600" dirty="0">
                <a:solidFill>
                  <a:schemeClr val="bg1"/>
                </a:solidFill>
              </a:rPr>
              <a:t>7.	</a:t>
            </a:r>
            <a:r>
              <a:rPr lang="en-US" sz="3600" dirty="0" err="1">
                <a:solidFill>
                  <a:schemeClr val="bg1"/>
                </a:solidFill>
              </a:rPr>
              <a:t>Analisis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dilakukan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berdasarkan</a:t>
            </a:r>
            <a:r>
              <a:rPr lang="en-US" sz="3600" dirty="0">
                <a:solidFill>
                  <a:schemeClr val="bg1"/>
                </a:solidFill>
              </a:rPr>
              <a:t> dua </a:t>
            </a:r>
            <a:r>
              <a:rPr lang="en-US" sz="3600" dirty="0" err="1">
                <a:solidFill>
                  <a:schemeClr val="bg1"/>
                </a:solidFill>
              </a:rPr>
              <a:t>kategori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musim</a:t>
            </a:r>
            <a:r>
              <a:rPr lang="en-US" sz="3600" dirty="0">
                <a:solidFill>
                  <a:schemeClr val="bg1"/>
                </a:solidFill>
              </a:rPr>
              <a:t>, </a:t>
            </a:r>
            <a:r>
              <a:rPr lang="en-US" sz="3600" dirty="0" err="1">
                <a:solidFill>
                  <a:schemeClr val="bg1"/>
                </a:solidFill>
              </a:rPr>
              <a:t>yaitu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musim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hujan</a:t>
            </a:r>
            <a:r>
              <a:rPr lang="en-US" sz="3600" dirty="0">
                <a:solidFill>
                  <a:schemeClr val="bg1"/>
                </a:solidFill>
              </a:rPr>
              <a:t> (Oktober 2025 – April 2026) dan </a:t>
            </a:r>
            <a:r>
              <a:rPr lang="en-US" sz="3600" dirty="0" err="1">
                <a:solidFill>
                  <a:schemeClr val="bg1"/>
                </a:solidFill>
              </a:rPr>
              <a:t>musim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kemarau</a:t>
            </a:r>
            <a:r>
              <a:rPr lang="en-US" sz="3600" dirty="0">
                <a:solidFill>
                  <a:schemeClr val="bg1"/>
                </a:solidFill>
              </a:rPr>
              <a:t>. (Mei 2025 – September 2025)</a:t>
            </a:r>
          </a:p>
        </p:txBody>
      </p:sp>
    </p:spTree>
    <p:extLst>
      <p:ext uri="{BB962C8B-B14F-4D97-AF65-F5344CB8AC3E}">
        <p14:creationId xmlns:p14="http://schemas.microsoft.com/office/powerpoint/2010/main" val="252149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4110" y="583490"/>
            <a:ext cx="3136984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Wardiere Company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70272" y="605327"/>
            <a:ext cx="129852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Home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46564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About 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02661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Portfolio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58759" y="605327"/>
            <a:ext cx="167516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Contact Us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-243938"/>
            <a:ext cx="18287999" cy="10530938"/>
            <a:chOff x="0" y="-47625"/>
            <a:chExt cx="2479008" cy="10438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79008" cy="996182"/>
            </a:xfrm>
            <a:custGeom>
              <a:avLst/>
              <a:gdLst/>
              <a:ahLst/>
              <a:cxnLst/>
              <a:rect l="l" t="t" r="r" b="b"/>
              <a:pathLst>
                <a:path w="2408296" h="996182">
                  <a:moveTo>
                    <a:pt x="0" y="0"/>
                  </a:moveTo>
                  <a:lnTo>
                    <a:pt x="2408296" y="0"/>
                  </a:lnTo>
                  <a:lnTo>
                    <a:pt x="2408296" y="996182"/>
                  </a:lnTo>
                  <a:lnTo>
                    <a:pt x="0" y="996182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08296" cy="1043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90789" y="958875"/>
            <a:ext cx="10142475" cy="116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45"/>
              </a:lnSpc>
            </a:pPr>
            <a:r>
              <a:rPr lang="en-US" sz="4400" b="1" dirty="0" err="1">
                <a:solidFill>
                  <a:schemeClr val="accent3"/>
                </a:solidFill>
                <a:latin typeface="Poppins Bold"/>
                <a:ea typeface="Poppins Bold"/>
                <a:cs typeface="Poppins Bold"/>
                <a:sym typeface="Poppins Bold"/>
              </a:rPr>
              <a:t>Landasan</a:t>
            </a:r>
            <a:r>
              <a:rPr lang="en-US" sz="4400" b="1" dirty="0">
                <a:solidFill>
                  <a:schemeClr val="accent3"/>
                </a:solidFill>
                <a:latin typeface="Poppins Bold"/>
                <a:ea typeface="Poppins Bold"/>
                <a:cs typeface="Poppins Bold"/>
                <a:sym typeface="Poppins Bold"/>
              </a:rPr>
              <a:t> Teori : LSTM &amp; M-LSTM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7A4276-233D-4199-5F2E-720DF5941DD9}"/>
              </a:ext>
            </a:extLst>
          </p:cNvPr>
          <p:cNvSpPr txBox="1"/>
          <p:nvPr/>
        </p:nvSpPr>
        <p:spPr>
          <a:xfrm>
            <a:off x="1090789" y="2378294"/>
            <a:ext cx="78246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Long Short-Term Memory (LSTM)</a:t>
            </a:r>
          </a:p>
          <a:p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Jaringan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saraf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tiruan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dengan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mekanisme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memori</a:t>
            </a:r>
            <a:r>
              <a:rPr lang="en-US" sz="2800" dirty="0">
                <a:solidFill>
                  <a:srgbClr val="00B050"/>
                </a:solidFill>
              </a:rPr>
              <a:t> internal (forget gate, input gate, output gate) yang </a:t>
            </a:r>
            <a:r>
              <a:rPr lang="en-US" sz="2800" dirty="0" err="1">
                <a:solidFill>
                  <a:srgbClr val="00B050"/>
                </a:solidFill>
              </a:rPr>
              <a:t>mampu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menangkap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pola</a:t>
            </a:r>
            <a:r>
              <a:rPr lang="en-US" sz="2800" dirty="0">
                <a:solidFill>
                  <a:srgbClr val="00B050"/>
                </a:solidFill>
              </a:rPr>
              <a:t> temporal </a:t>
            </a:r>
            <a:r>
              <a:rPr lang="en-US" sz="2800" dirty="0" err="1">
                <a:solidFill>
                  <a:srgbClr val="00B050"/>
                </a:solidFill>
              </a:rPr>
              <a:t>jangka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panjang</a:t>
            </a:r>
            <a:r>
              <a:rPr lang="en-US" sz="2800" dirty="0">
                <a:solidFill>
                  <a:srgbClr val="00B050"/>
                </a:solidFill>
              </a:rPr>
              <a:t> pada data time series (Hochreiter &amp; </a:t>
            </a:r>
            <a:r>
              <a:rPr lang="en-US" sz="2800" dirty="0" err="1">
                <a:solidFill>
                  <a:srgbClr val="00B050"/>
                </a:solidFill>
              </a:rPr>
              <a:t>Schmidhuber</a:t>
            </a:r>
            <a:r>
              <a:rPr lang="en-US" sz="2800" dirty="0">
                <a:solidFill>
                  <a:srgbClr val="00B050"/>
                </a:solidFill>
              </a:rPr>
              <a:t>, 1997).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0921A-24BF-6A39-CFE0-BBD88C1737DF}"/>
              </a:ext>
            </a:extLst>
          </p:cNvPr>
          <p:cNvSpPr txBox="1"/>
          <p:nvPr/>
        </p:nvSpPr>
        <p:spPr>
          <a:xfrm>
            <a:off x="9123217" y="2347121"/>
            <a:ext cx="89361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Multivariate LSTM (M-LSTM) </a:t>
            </a:r>
          </a:p>
          <a:p>
            <a:r>
              <a:rPr lang="en-US" sz="2800" dirty="0" err="1">
                <a:solidFill>
                  <a:srgbClr val="00B050"/>
                </a:solidFill>
              </a:rPr>
              <a:t>Pengembangan</a:t>
            </a:r>
            <a:r>
              <a:rPr lang="en-US" sz="2800" dirty="0">
                <a:solidFill>
                  <a:srgbClr val="00B050"/>
                </a:solidFill>
              </a:rPr>
              <a:t> LSTM yang </a:t>
            </a:r>
            <a:r>
              <a:rPr lang="en-US" sz="2800" dirty="0" err="1">
                <a:solidFill>
                  <a:srgbClr val="00B050"/>
                </a:solidFill>
              </a:rPr>
              <a:t>memproses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beberapa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variabel</a:t>
            </a:r>
            <a:r>
              <a:rPr lang="en-US" sz="2800" dirty="0">
                <a:solidFill>
                  <a:srgbClr val="00B050"/>
                </a:solidFill>
              </a:rPr>
              <a:t> input </a:t>
            </a:r>
            <a:r>
              <a:rPr lang="en-US" sz="2800" dirty="0" err="1">
                <a:solidFill>
                  <a:srgbClr val="00B050"/>
                </a:solidFill>
              </a:rPr>
              <a:t>secara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simultan</a:t>
            </a:r>
            <a:r>
              <a:rPr lang="en-US" sz="2800" dirty="0">
                <a:solidFill>
                  <a:srgbClr val="00B050"/>
                </a:solidFill>
              </a:rPr>
              <a:t> — GHI, DNI, DHI, azimuth, </a:t>
            </a:r>
            <a:r>
              <a:rPr lang="en-US" sz="2800" dirty="0" err="1">
                <a:solidFill>
                  <a:srgbClr val="00B050"/>
                </a:solidFill>
              </a:rPr>
              <a:t>elevasi</a:t>
            </a:r>
            <a:r>
              <a:rPr lang="en-US" sz="2800" dirty="0">
                <a:solidFill>
                  <a:srgbClr val="00B050"/>
                </a:solidFill>
              </a:rPr>
              <a:t>, dan </a:t>
            </a:r>
            <a:r>
              <a:rPr lang="en-US" sz="2800" dirty="0" err="1">
                <a:solidFill>
                  <a:srgbClr val="00B050"/>
                </a:solidFill>
              </a:rPr>
              <a:t>fitur</a:t>
            </a:r>
            <a:r>
              <a:rPr lang="en-US" sz="2800" dirty="0">
                <a:solidFill>
                  <a:srgbClr val="00B050"/>
                </a:solidFill>
              </a:rPr>
              <a:t> temporal — </a:t>
            </a:r>
            <a:r>
              <a:rPr lang="en-US" sz="2800" dirty="0" err="1">
                <a:solidFill>
                  <a:srgbClr val="00B050"/>
                </a:solidFill>
              </a:rPr>
              <a:t>sehingga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mampu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mempelajari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hubungan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antarvariabel</a:t>
            </a:r>
            <a:r>
              <a:rPr lang="en-US" sz="2800" dirty="0">
                <a:solidFill>
                  <a:srgbClr val="00B050"/>
                </a:solidFill>
              </a:rPr>
              <a:t> dan </a:t>
            </a:r>
            <a:r>
              <a:rPr lang="en-US" sz="2800" dirty="0" err="1">
                <a:solidFill>
                  <a:srgbClr val="00B050"/>
                </a:solidFill>
              </a:rPr>
              <a:t>pola</a:t>
            </a:r>
            <a:r>
              <a:rPr lang="en-US" sz="2800" dirty="0">
                <a:solidFill>
                  <a:srgbClr val="00B050"/>
                </a:solidFill>
              </a:rPr>
              <a:t> temporal </a:t>
            </a:r>
            <a:r>
              <a:rPr lang="en-US" sz="2800" dirty="0" err="1">
                <a:solidFill>
                  <a:srgbClr val="00B050"/>
                </a:solidFill>
              </a:rPr>
              <a:t>secara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lebih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kompleks</a:t>
            </a:r>
            <a:r>
              <a:rPr lang="en-US" sz="2800" dirty="0">
                <a:solidFill>
                  <a:srgbClr val="00B050"/>
                </a:solidFill>
              </a:rPr>
              <a:t> (</a:t>
            </a:r>
            <a:r>
              <a:rPr lang="en-US" sz="2800" dirty="0" err="1">
                <a:solidFill>
                  <a:srgbClr val="00B050"/>
                </a:solidFill>
              </a:rPr>
              <a:t>Sorkun</a:t>
            </a:r>
            <a:r>
              <a:rPr lang="en-US" sz="2800" dirty="0">
                <a:solidFill>
                  <a:srgbClr val="00B050"/>
                </a:solidFill>
              </a:rPr>
              <a:t> et al., 2020).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8C036E-27E3-84F3-5D89-15EEC4FD7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37" y="5915411"/>
            <a:ext cx="5505165" cy="38286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130CD9-6B1A-A5D7-9227-3F78404D478A}"/>
                  </a:ext>
                </a:extLst>
              </p:cNvPr>
              <p:cNvSpPr txBox="1"/>
              <p:nvPr/>
            </p:nvSpPr>
            <p:spPr>
              <a:xfrm>
                <a:off x="7826456" y="5307485"/>
                <a:ext cx="9587344" cy="445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B050"/>
                    </a:solidFill>
                  </a:rPr>
                  <a:t>LSTM </a:t>
                </a:r>
                <a:r>
                  <a:rPr lang="en-US" sz="2800" dirty="0" err="1">
                    <a:solidFill>
                      <a:srgbClr val="00B050"/>
                    </a:solidFill>
                  </a:rPr>
                  <a:t>memiliki</a:t>
                </a:r>
                <a:r>
                  <a:rPr lang="en-US" sz="2800" dirty="0">
                    <a:solidFill>
                      <a:srgbClr val="00B05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B050"/>
                    </a:solidFill>
                  </a:rPr>
                  <a:t>tiga</a:t>
                </a:r>
                <a:r>
                  <a:rPr lang="en-US" sz="2800" dirty="0">
                    <a:solidFill>
                      <a:srgbClr val="00B05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B050"/>
                    </a:solidFill>
                  </a:rPr>
                  <a:t>komponen</a:t>
                </a:r>
                <a:r>
                  <a:rPr lang="en-US" sz="2800" dirty="0">
                    <a:solidFill>
                      <a:srgbClr val="00B05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B050"/>
                    </a:solidFill>
                  </a:rPr>
                  <a:t>utama</a:t>
                </a:r>
                <a:r>
                  <a:rPr lang="en-US" sz="2800" dirty="0">
                    <a:solidFill>
                      <a:srgbClr val="00B050"/>
                    </a:solidFill>
                  </a:rPr>
                  <a:t>:</a:t>
                </a:r>
                <a:br>
                  <a:rPr lang="en-US" sz="2800" dirty="0">
                    <a:solidFill>
                      <a:srgbClr val="00B050"/>
                    </a:solidFill>
                  </a:rPr>
                </a:br>
                <a:r>
                  <a:rPr lang="en-US" sz="2800" dirty="0">
                    <a:solidFill>
                      <a:srgbClr val="00B050"/>
                    </a:solidFill>
                  </a:rPr>
                  <a:t>🔹 Forget Gate   	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⋅[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rgbClr val="00B050"/>
                  </a:solidFill>
                </a:endParaRPr>
              </a:p>
              <a:p>
                <a:endParaRPr lang="en-US" sz="2800" dirty="0">
                  <a:solidFill>
                    <a:srgbClr val="00B050"/>
                  </a:solidFill>
                </a:endParaRPr>
              </a:p>
              <a:p>
                <a:r>
                  <a:rPr lang="en-US" sz="2800" dirty="0">
                    <a:solidFill>
                      <a:srgbClr val="00B050"/>
                    </a:solidFill>
                  </a:rPr>
                  <a:t>🔹 Input Gate		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800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⋅[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  <a:p>
                <a:endParaRPr lang="en-US" sz="2800" dirty="0">
                  <a:solidFill>
                    <a:srgbClr val="00B050"/>
                  </a:solidFill>
                </a:endParaRPr>
              </a:p>
              <a:p>
                <a:r>
                  <a:rPr lang="en-US" sz="2800" b="1" dirty="0">
                    <a:solidFill>
                      <a:srgbClr val="00B050"/>
                    </a:solidFill>
                  </a:rPr>
                  <a:t>	Update Cell State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B050"/>
                  </a:solidFill>
                </a:endParaRPr>
              </a:p>
              <a:p>
                <a:pPr/>
                <a:br>
                  <a:rPr lang="en-US" sz="2800" dirty="0">
                    <a:solidFill>
                      <a:srgbClr val="00B050"/>
                    </a:solidFill>
                  </a:rPr>
                </a:br>
                <a:r>
                  <a:rPr lang="en-US" sz="2800" dirty="0">
                    <a:solidFill>
                      <a:srgbClr val="00B050"/>
                    </a:solidFill>
                  </a:rPr>
                  <a:t>🔹 Output Gate		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⋅[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2800" dirty="0">
                    <a:solidFill>
                      <a:srgbClr val="00B05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130CD9-6B1A-A5D7-9227-3F78404D4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456" y="5307485"/>
                <a:ext cx="9587344" cy="4453783"/>
              </a:xfrm>
              <a:prstGeom prst="rect">
                <a:avLst/>
              </a:prstGeom>
              <a:blipFill>
                <a:blip r:embed="rId4"/>
                <a:stretch>
                  <a:fillRect l="-1335" t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176713" cy="10287000"/>
            <a:chOff x="0" y="0"/>
            <a:chExt cx="161959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9590" cy="2709333"/>
            </a:xfrm>
            <a:custGeom>
              <a:avLst/>
              <a:gdLst/>
              <a:ahLst/>
              <a:cxnLst/>
              <a:rect l="l" t="t" r="r" b="b"/>
              <a:pathLst>
                <a:path w="1619590" h="2709333">
                  <a:moveTo>
                    <a:pt x="0" y="0"/>
                  </a:moveTo>
                  <a:lnTo>
                    <a:pt x="1619590" y="0"/>
                  </a:lnTo>
                  <a:lnTo>
                    <a:pt x="16195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1959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" y="1917040"/>
            <a:ext cx="4038601" cy="5553363"/>
            <a:chOff x="0" y="0"/>
            <a:chExt cx="849638" cy="6781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9638" cy="678152"/>
            </a:xfrm>
            <a:custGeom>
              <a:avLst/>
              <a:gdLst/>
              <a:ahLst/>
              <a:cxnLst/>
              <a:rect l="l" t="t" r="r" b="b"/>
              <a:pathLst>
                <a:path w="849638" h="678152">
                  <a:moveTo>
                    <a:pt x="0" y="0"/>
                  </a:moveTo>
                  <a:lnTo>
                    <a:pt x="849638" y="0"/>
                  </a:lnTo>
                  <a:lnTo>
                    <a:pt x="849638" y="678152"/>
                  </a:lnTo>
                  <a:lnTo>
                    <a:pt x="0" y="678152"/>
                  </a:lnTo>
                  <a:close/>
                </a:path>
              </a:pathLst>
            </a:custGeom>
            <a:blipFill>
              <a:blip r:embed="rId3"/>
              <a:stretch>
                <a:fillRect l="-9787" r="-978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4953000" y="1314323"/>
            <a:ext cx="13196888" cy="4110100"/>
            <a:chOff x="0" y="0"/>
            <a:chExt cx="2596529" cy="6295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96529" cy="629510"/>
            </a:xfrm>
            <a:custGeom>
              <a:avLst/>
              <a:gdLst/>
              <a:ahLst/>
              <a:cxnLst/>
              <a:rect l="l" t="t" r="r" b="b"/>
              <a:pathLst>
                <a:path w="2596529" h="629510">
                  <a:moveTo>
                    <a:pt x="0" y="0"/>
                  </a:moveTo>
                  <a:lnTo>
                    <a:pt x="2596529" y="0"/>
                  </a:lnTo>
                  <a:lnTo>
                    <a:pt x="2596529" y="629510"/>
                  </a:lnTo>
                  <a:lnTo>
                    <a:pt x="0" y="629510"/>
                  </a:lnTo>
                  <a:close/>
                </a:path>
              </a:pathLst>
            </a:custGeom>
            <a:solidFill>
              <a:srgbClr val="01CA1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596529" cy="677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B12031A-7201-3E80-C474-5EEFEDFED539}"/>
              </a:ext>
            </a:extLst>
          </p:cNvPr>
          <p:cNvSpPr/>
          <p:nvPr/>
        </p:nvSpPr>
        <p:spPr>
          <a:xfrm>
            <a:off x="6149382" y="5600700"/>
            <a:ext cx="12138618" cy="4686300"/>
          </a:xfrm>
          <a:prstGeom prst="roundRect">
            <a:avLst>
              <a:gd name="adj" fmla="val 6015"/>
            </a:avLst>
          </a:prstGeom>
          <a:solidFill>
            <a:srgbClr val="92D05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CDD06F-5490-34C3-6054-B6ED51614BEC}"/>
              </a:ext>
            </a:extLst>
          </p:cNvPr>
          <p:cNvSpPr txBox="1"/>
          <p:nvPr/>
        </p:nvSpPr>
        <p:spPr>
          <a:xfrm>
            <a:off x="10210800" y="330083"/>
            <a:ext cx="9365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Research Gap &amp; </a:t>
            </a:r>
            <a:r>
              <a:rPr lang="en-US" sz="3600" b="1" dirty="0" err="1"/>
              <a:t>Hipotesis</a:t>
            </a:r>
            <a:endParaRPr lang="en-US" sz="3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5A6FA8-2D70-86D5-1EFB-229C41794362}"/>
              </a:ext>
            </a:extLst>
          </p:cNvPr>
          <p:cNvSpPr txBox="1"/>
          <p:nvPr/>
        </p:nvSpPr>
        <p:spPr>
          <a:xfrm>
            <a:off x="5663771" y="1664601"/>
            <a:ext cx="123194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Research Gap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 err="1"/>
              <a:t>Perbandingan</a:t>
            </a:r>
            <a:r>
              <a:rPr lang="en-US" sz="3200" dirty="0"/>
              <a:t> </a:t>
            </a:r>
            <a:r>
              <a:rPr lang="en-US" sz="3200" dirty="0" err="1"/>
              <a:t>langsung</a:t>
            </a:r>
            <a:r>
              <a:rPr lang="en-US" sz="3200" dirty="0"/>
              <a:t> LSTM </a:t>
            </a:r>
            <a:r>
              <a:rPr lang="en-US" sz="3200" dirty="0" err="1"/>
              <a:t>univariat</a:t>
            </a:r>
            <a:r>
              <a:rPr lang="en-US" sz="3200" dirty="0"/>
              <a:t> vs M-LSTM </a:t>
            </a:r>
            <a:r>
              <a:rPr lang="en-US" sz="3200" dirty="0" err="1"/>
              <a:t>masih</a:t>
            </a:r>
            <a:r>
              <a:rPr lang="en-US" sz="3200" dirty="0"/>
              <a:t> </a:t>
            </a:r>
            <a:r>
              <a:rPr lang="en-US" sz="3200" dirty="0" err="1"/>
              <a:t>terbatas</a:t>
            </a:r>
            <a:endParaRPr lang="en-US" sz="32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 err="1"/>
              <a:t>Mayoritas</a:t>
            </a:r>
            <a:r>
              <a:rPr lang="en-US" sz="3200" dirty="0"/>
              <a:t> </a:t>
            </a:r>
            <a:r>
              <a:rPr lang="en-US" sz="3200" dirty="0" err="1"/>
              <a:t>penelitian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data </a:t>
            </a:r>
            <a:r>
              <a:rPr lang="en-US" sz="3200" dirty="0" err="1"/>
              <a:t>resolusi</a:t>
            </a:r>
            <a:r>
              <a:rPr lang="en-US" sz="3200" dirty="0"/>
              <a:t> </a:t>
            </a:r>
            <a:r>
              <a:rPr lang="en-US" sz="3200" dirty="0" err="1"/>
              <a:t>rendah</a:t>
            </a:r>
            <a:r>
              <a:rPr lang="en-US" sz="3200" dirty="0"/>
              <a:t> (jam/</a:t>
            </a:r>
            <a:r>
              <a:rPr lang="en-US" sz="3200" dirty="0" err="1"/>
              <a:t>harian</a:t>
            </a:r>
            <a:r>
              <a:rPr lang="en-US" sz="3200" dirty="0"/>
              <a:t>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 err="1"/>
              <a:t>Penelitian</a:t>
            </a:r>
            <a:r>
              <a:rPr lang="en-US" sz="3200" dirty="0"/>
              <a:t> </a:t>
            </a:r>
            <a:r>
              <a:rPr lang="en-US" sz="3200" dirty="0" err="1"/>
              <a:t>prediksi</a:t>
            </a:r>
            <a:r>
              <a:rPr lang="en-US" sz="3200" dirty="0"/>
              <a:t> GHI di wilayah </a:t>
            </a:r>
            <a:r>
              <a:rPr lang="en-US" sz="3200" dirty="0" err="1"/>
              <a:t>tropis</a:t>
            </a:r>
            <a:r>
              <a:rPr lang="en-US" sz="3200" dirty="0"/>
              <a:t> Indonesia </a:t>
            </a:r>
            <a:r>
              <a:rPr lang="en-US" sz="3200" dirty="0" err="1"/>
              <a:t>masih</a:t>
            </a:r>
            <a:r>
              <a:rPr lang="en-US" sz="3200" dirty="0"/>
              <a:t> </a:t>
            </a:r>
            <a:r>
              <a:rPr lang="en-US" sz="3200" dirty="0" err="1"/>
              <a:t>jarang</a:t>
            </a:r>
            <a:endParaRPr lang="en-US" sz="32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 err="1"/>
              <a:t>Analisis</a:t>
            </a:r>
            <a:r>
              <a:rPr lang="en-US" sz="3200" dirty="0"/>
              <a:t> </a:t>
            </a:r>
            <a:r>
              <a:rPr lang="en-US" sz="3200" dirty="0" err="1"/>
              <a:t>pengaruh</a:t>
            </a:r>
            <a:r>
              <a:rPr lang="en-US" sz="3200" dirty="0"/>
              <a:t> </a:t>
            </a:r>
            <a:r>
              <a:rPr lang="en-US" sz="3200" dirty="0" err="1"/>
              <a:t>musim</a:t>
            </a:r>
            <a:r>
              <a:rPr lang="en-US" sz="3200" dirty="0"/>
              <a:t> </a:t>
            </a:r>
            <a:r>
              <a:rPr lang="en-US" sz="3200" dirty="0" err="1"/>
              <a:t>terhadap</a:t>
            </a:r>
            <a:r>
              <a:rPr lang="en-US" sz="3200" dirty="0"/>
              <a:t> </a:t>
            </a:r>
            <a:r>
              <a:rPr lang="en-US" sz="3200" dirty="0" err="1"/>
              <a:t>performa</a:t>
            </a:r>
            <a:r>
              <a:rPr lang="en-US" sz="3200" dirty="0"/>
              <a:t> model </a:t>
            </a:r>
            <a:r>
              <a:rPr lang="en-US" sz="3200" dirty="0" err="1"/>
              <a:t>belum</a:t>
            </a:r>
            <a:r>
              <a:rPr lang="en-US" sz="3200" dirty="0"/>
              <a:t> </a:t>
            </a:r>
            <a:r>
              <a:rPr lang="en-US" sz="3200" dirty="0" err="1"/>
              <a:t>banyak</a:t>
            </a:r>
            <a:endParaRPr lang="en-US" sz="3200" dirty="0"/>
          </a:p>
          <a:p>
            <a:r>
              <a:rPr lang="en-US" sz="3200" dirty="0" err="1"/>
              <a:t>dieksplorasi</a:t>
            </a:r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5928EA-7D7A-3020-149A-FDD04013E246}"/>
              </a:ext>
            </a:extLst>
          </p:cNvPr>
          <p:cNvSpPr txBox="1"/>
          <p:nvPr/>
        </p:nvSpPr>
        <p:spPr>
          <a:xfrm>
            <a:off x="6660790" y="5886581"/>
            <a:ext cx="1010321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Hipotesis</a:t>
            </a:r>
            <a:r>
              <a:rPr lang="en-US" sz="3200" dirty="0"/>
              <a:t>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H1: M-LSTM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performa</a:t>
            </a:r>
            <a:r>
              <a:rPr lang="en-US" sz="3200" dirty="0"/>
              <a:t>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baik</a:t>
            </a:r>
            <a:r>
              <a:rPr lang="en-US" sz="3200" dirty="0"/>
              <a:t> </a:t>
            </a:r>
            <a:r>
              <a:rPr lang="en-US" sz="3200" dirty="0" err="1"/>
              <a:t>dibanding</a:t>
            </a:r>
            <a:r>
              <a:rPr lang="en-US" sz="3200" dirty="0"/>
              <a:t> LSTM </a:t>
            </a:r>
            <a:r>
              <a:rPr lang="en-US" sz="3200" dirty="0" err="1"/>
              <a:t>univariat</a:t>
            </a:r>
            <a:r>
              <a:rPr lang="en-US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H2: </a:t>
            </a:r>
            <a:r>
              <a:rPr lang="en-US" sz="3200" dirty="0" err="1"/>
              <a:t>Variabel</a:t>
            </a:r>
            <a:r>
              <a:rPr lang="en-US" sz="3200" dirty="0"/>
              <a:t> </a:t>
            </a:r>
            <a:r>
              <a:rPr lang="en-US" sz="3200" dirty="0" err="1"/>
              <a:t>multivariat</a:t>
            </a:r>
            <a:r>
              <a:rPr lang="en-US" sz="3200" dirty="0"/>
              <a:t> (DNI, DHI, azimuth, </a:t>
            </a:r>
            <a:r>
              <a:rPr lang="en-US" sz="3200" dirty="0" err="1"/>
              <a:t>elevasi</a:t>
            </a:r>
            <a:r>
              <a:rPr lang="en-US" sz="3200" dirty="0"/>
              <a:t>, temporal) </a:t>
            </a:r>
            <a:r>
              <a:rPr lang="en-US" sz="3200" dirty="0" err="1"/>
              <a:t>meningkatkan</a:t>
            </a:r>
            <a:r>
              <a:rPr lang="en-US" sz="3200" dirty="0"/>
              <a:t> </a:t>
            </a:r>
            <a:r>
              <a:rPr lang="en-US" sz="3200" dirty="0" err="1"/>
              <a:t>akurasi</a:t>
            </a:r>
            <a:r>
              <a:rPr lang="en-US" sz="3200" dirty="0"/>
              <a:t> GHI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H3: </a:t>
            </a:r>
            <a:r>
              <a:rPr lang="en-US" sz="3200" dirty="0" err="1"/>
              <a:t>Variabilitas</a:t>
            </a:r>
            <a:r>
              <a:rPr lang="en-US" sz="3200" dirty="0"/>
              <a:t> </a:t>
            </a:r>
            <a:r>
              <a:rPr lang="en-US" sz="3200" dirty="0" err="1"/>
              <a:t>musim</a:t>
            </a:r>
            <a:r>
              <a:rPr lang="en-US" sz="3200" dirty="0"/>
              <a:t> </a:t>
            </a:r>
            <a:r>
              <a:rPr lang="en-US" sz="3200" dirty="0" err="1"/>
              <a:t>hujan</a:t>
            </a:r>
            <a:r>
              <a:rPr lang="en-US" sz="3200" dirty="0"/>
              <a:t> &amp; </a:t>
            </a:r>
            <a:r>
              <a:rPr lang="en-US" sz="3200" dirty="0" err="1"/>
              <a:t>kemarau</a:t>
            </a:r>
            <a:r>
              <a:rPr lang="en-US" sz="3200" dirty="0"/>
              <a:t> </a:t>
            </a:r>
            <a:r>
              <a:rPr lang="en-US" sz="3200" dirty="0" err="1"/>
              <a:t>mempengaruhi</a:t>
            </a:r>
            <a:r>
              <a:rPr lang="en-US" sz="3200" dirty="0"/>
              <a:t> </a:t>
            </a:r>
            <a:r>
              <a:rPr lang="en-US" sz="3200" dirty="0" err="1"/>
              <a:t>performa</a:t>
            </a:r>
            <a:r>
              <a:rPr lang="en-US" sz="3200" dirty="0"/>
              <a:t>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4110" y="583490"/>
            <a:ext cx="3136984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Wardiere Company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70272" y="605327"/>
            <a:ext cx="129852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Home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46564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About 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02661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Portfolio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58759" y="605327"/>
            <a:ext cx="167516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Contact 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67200" y="957807"/>
            <a:ext cx="630683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D" sz="3200" b="1" dirty="0" err="1"/>
              <a:t>Metodologi</a:t>
            </a:r>
            <a:r>
              <a:rPr lang="en-ID" sz="3200" b="1" dirty="0"/>
              <a:t> :</a:t>
            </a:r>
            <a:endParaRPr lang="en-US" sz="3200" b="1" dirty="0"/>
          </a:p>
        </p:txBody>
      </p:sp>
      <p:grpSp>
        <p:nvGrpSpPr>
          <p:cNvPr id="10" name="Group 10"/>
          <p:cNvGrpSpPr/>
          <p:nvPr/>
        </p:nvGrpSpPr>
        <p:grpSpPr>
          <a:xfrm>
            <a:off x="0" y="7686209"/>
            <a:ext cx="18444784" cy="1572091"/>
            <a:chOff x="0" y="0"/>
            <a:chExt cx="4857885" cy="4140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57886" cy="414049"/>
            </a:xfrm>
            <a:custGeom>
              <a:avLst/>
              <a:gdLst/>
              <a:ahLst/>
              <a:cxnLst/>
              <a:rect l="l" t="t" r="r" b="b"/>
              <a:pathLst>
                <a:path w="4857886" h="414049">
                  <a:moveTo>
                    <a:pt x="0" y="0"/>
                  </a:moveTo>
                  <a:lnTo>
                    <a:pt x="4857886" y="0"/>
                  </a:lnTo>
                  <a:lnTo>
                    <a:pt x="4857886" y="414049"/>
                  </a:lnTo>
                  <a:lnTo>
                    <a:pt x="0" y="414049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857885" cy="461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13176" y="2781617"/>
            <a:ext cx="6011241" cy="4814179"/>
            <a:chOff x="0" y="0"/>
            <a:chExt cx="734066" cy="4773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4066" cy="477339"/>
            </a:xfrm>
            <a:custGeom>
              <a:avLst/>
              <a:gdLst/>
              <a:ahLst/>
              <a:cxnLst/>
              <a:rect l="l" t="t" r="r" b="b"/>
              <a:pathLst>
                <a:path w="734066" h="477339">
                  <a:moveTo>
                    <a:pt x="0" y="0"/>
                  </a:moveTo>
                  <a:lnTo>
                    <a:pt x="734066" y="0"/>
                  </a:lnTo>
                  <a:lnTo>
                    <a:pt x="734066" y="477339"/>
                  </a:lnTo>
                  <a:lnTo>
                    <a:pt x="0" y="477339"/>
                  </a:lnTo>
                  <a:close/>
                </a:path>
              </a:pathLst>
            </a:custGeom>
            <a:blipFill>
              <a:blip r:embed="rId2"/>
              <a:stretch>
                <a:fillRect t="-1228" b="-1228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90788" y="8251980"/>
            <a:ext cx="4852811" cy="395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GHI (Global Horizontal Irradiance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56D676-3E4B-20AB-CA68-738D623D0543}"/>
              </a:ext>
            </a:extLst>
          </p:cNvPr>
          <p:cNvSpPr txBox="1"/>
          <p:nvPr/>
        </p:nvSpPr>
        <p:spPr>
          <a:xfrm>
            <a:off x="1406234" y="1658687"/>
            <a:ext cx="9218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/>
              <a:t>Data Set &amp; Lokasi </a:t>
            </a:r>
            <a:r>
              <a:rPr lang="en-ID" sz="2800" b="1" dirty="0" err="1"/>
              <a:t>Penelitian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95115-F54B-7C3C-7A1E-0315714A1D99}"/>
              </a:ext>
            </a:extLst>
          </p:cNvPr>
          <p:cNvSpPr txBox="1"/>
          <p:nvPr/>
        </p:nvSpPr>
        <p:spPr>
          <a:xfrm>
            <a:off x="1056152" y="2549145"/>
            <a:ext cx="92271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/>
              <a:t>Automatic Solar Radiation System (ASRS)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 </a:t>
            </a:r>
            <a:r>
              <a:rPr lang="en-US" sz="3200" dirty="0" err="1"/>
              <a:t>radiasi</a:t>
            </a:r>
            <a:r>
              <a:rPr lang="en-US" sz="3200" dirty="0"/>
              <a:t> </a:t>
            </a:r>
            <a:r>
              <a:rPr lang="en-US" sz="3200" dirty="0" err="1"/>
              <a:t>matahari</a:t>
            </a:r>
            <a:r>
              <a:rPr lang="en-US" sz="3200" dirty="0"/>
              <a:t> </a:t>
            </a:r>
            <a:r>
              <a:rPr lang="en-US" sz="3200" dirty="0" err="1"/>
              <a:t>resolusi</a:t>
            </a:r>
            <a:r>
              <a:rPr lang="en-US" sz="3200" dirty="0"/>
              <a:t> 1 </a:t>
            </a:r>
            <a:r>
              <a:rPr lang="en-US" sz="3200" dirty="0" err="1"/>
              <a:t>menit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Stasiun</a:t>
            </a:r>
            <a:r>
              <a:rPr lang="en-US" sz="3200" dirty="0"/>
              <a:t> </a:t>
            </a:r>
            <a:r>
              <a:rPr lang="en-US" sz="3200" dirty="0" err="1"/>
              <a:t>Klimatologi</a:t>
            </a:r>
            <a:r>
              <a:rPr lang="en-US" sz="3200" dirty="0"/>
              <a:t> Jawa Timur, Malang (1 Mei 2025 – 30 April 2026).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Variabel</a:t>
            </a:r>
            <a:r>
              <a:rPr lang="en-US" sz="3200" dirty="0"/>
              <a:t> input: GHI, DNI, DHI, Reflective, Net Radiation, Azimuth, Elevation,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Musim: </a:t>
            </a:r>
            <a:r>
              <a:rPr lang="en-US" sz="3200" dirty="0" err="1"/>
              <a:t>Hujan</a:t>
            </a:r>
            <a:r>
              <a:rPr lang="en-US" sz="3200" dirty="0"/>
              <a:t> (</a:t>
            </a:r>
            <a:r>
              <a:rPr lang="en-US" sz="3200" dirty="0" err="1"/>
              <a:t>Okt</a:t>
            </a:r>
            <a:r>
              <a:rPr lang="en-US" sz="3200" dirty="0"/>
              <a:t>–Apr) &amp; </a:t>
            </a:r>
            <a:r>
              <a:rPr lang="en-US" sz="3200" dirty="0" err="1"/>
              <a:t>Kemarau</a:t>
            </a:r>
            <a:r>
              <a:rPr lang="en-US" sz="3200" dirty="0"/>
              <a:t> (Mei– Sep)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5958759" y="605327"/>
            <a:ext cx="167516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Contact Us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00305" y="7581900"/>
            <a:ext cx="3687689" cy="2673928"/>
            <a:chOff x="982297" y="-299957"/>
            <a:chExt cx="238161" cy="836484"/>
          </a:xfrm>
        </p:grpSpPr>
        <p:sp>
          <p:nvSpPr>
            <p:cNvPr id="16" name="Freeform 16"/>
            <p:cNvSpPr/>
            <p:nvPr/>
          </p:nvSpPr>
          <p:spPr>
            <a:xfrm>
              <a:off x="982297" y="-299957"/>
              <a:ext cx="238161" cy="836484"/>
            </a:xfrm>
            <a:custGeom>
              <a:avLst/>
              <a:gdLst/>
              <a:ahLst/>
              <a:cxnLst/>
              <a:rect l="l" t="t" r="r" b="b"/>
              <a:pathLst>
                <a:path w="1192874" h="427350">
                  <a:moveTo>
                    <a:pt x="0" y="0"/>
                  </a:moveTo>
                  <a:lnTo>
                    <a:pt x="1192874" y="0"/>
                  </a:lnTo>
                  <a:lnTo>
                    <a:pt x="1192874" y="427350"/>
                  </a:lnTo>
                  <a:lnTo>
                    <a:pt x="0" y="427350"/>
                  </a:lnTo>
                  <a:close/>
                </a:path>
              </a:pathLst>
            </a:custGeom>
            <a:blipFill>
              <a:blip r:embed="rId2"/>
              <a:stretch>
                <a:fillRect t="-42986" b="-42986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BAB92-3F1C-2FA5-443F-B25D6C294C84}"/>
              </a:ext>
            </a:extLst>
          </p:cNvPr>
          <p:cNvSpPr txBox="1"/>
          <p:nvPr/>
        </p:nvSpPr>
        <p:spPr>
          <a:xfrm>
            <a:off x="4572000" y="468552"/>
            <a:ext cx="9144000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KERANGKA KONSEP PENELITIAN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E4F8AA-7866-5296-72CE-DDB3D8031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905" y="1320791"/>
            <a:ext cx="12725400" cy="89350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1"/>
          <p:cNvGrpSpPr/>
          <p:nvPr/>
        </p:nvGrpSpPr>
        <p:grpSpPr>
          <a:xfrm>
            <a:off x="4343400" y="876300"/>
            <a:ext cx="7772400" cy="950411"/>
            <a:chOff x="0" y="0"/>
            <a:chExt cx="1338772" cy="1927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38772" cy="192788"/>
            </a:xfrm>
            <a:custGeom>
              <a:avLst/>
              <a:gdLst/>
              <a:ahLst/>
              <a:cxnLst/>
              <a:rect l="l" t="t" r="r" b="b"/>
              <a:pathLst>
                <a:path w="1338772" h="192788">
                  <a:moveTo>
                    <a:pt x="0" y="0"/>
                  </a:moveTo>
                  <a:lnTo>
                    <a:pt x="1338772" y="0"/>
                  </a:lnTo>
                  <a:lnTo>
                    <a:pt x="1338772" y="192788"/>
                  </a:lnTo>
                  <a:lnTo>
                    <a:pt x="0" y="192788"/>
                  </a:lnTo>
                  <a:close/>
                </a:path>
              </a:pathLst>
            </a:custGeom>
            <a:solidFill>
              <a:srgbClr val="01CA1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338772" cy="24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C3CAD1A-71D1-47C8-EA62-9E725739F568}"/>
              </a:ext>
            </a:extLst>
          </p:cNvPr>
          <p:cNvSpPr txBox="1"/>
          <p:nvPr/>
        </p:nvSpPr>
        <p:spPr>
          <a:xfrm>
            <a:off x="6271231" y="766730"/>
            <a:ext cx="525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System design </a:t>
            </a:r>
            <a:r>
              <a:rPr lang="en-US" sz="3200" b="1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endParaRPr lang="en-US" sz="3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857C24-40E7-27E5-3CF2-049987AA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3" y="1643892"/>
            <a:ext cx="17556537" cy="8554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234530" cy="10287000"/>
            <a:chOff x="0" y="0"/>
            <a:chExt cx="137864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642" cy="2709333"/>
            </a:xfrm>
            <a:custGeom>
              <a:avLst/>
              <a:gdLst/>
              <a:ahLst/>
              <a:cxnLst/>
              <a:rect l="l" t="t" r="r" b="b"/>
              <a:pathLst>
                <a:path w="1378642" h="2709333">
                  <a:moveTo>
                    <a:pt x="0" y="0"/>
                  </a:moveTo>
                  <a:lnTo>
                    <a:pt x="1378642" y="0"/>
                  </a:lnTo>
                  <a:lnTo>
                    <a:pt x="13786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864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34110" y="583490"/>
            <a:ext cx="3136984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Wardiere Company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0272" y="605327"/>
            <a:ext cx="129852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46564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02661" y="605327"/>
            <a:ext cx="14798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Portfolio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58759" y="605327"/>
            <a:ext cx="167516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Contact Us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8165" y="139872"/>
            <a:ext cx="5096365" cy="4317828"/>
            <a:chOff x="0" y="0"/>
            <a:chExt cx="841226" cy="6781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41226" cy="678152"/>
            </a:xfrm>
            <a:custGeom>
              <a:avLst/>
              <a:gdLst/>
              <a:ahLst/>
              <a:cxnLst/>
              <a:rect l="l" t="t" r="r" b="b"/>
              <a:pathLst>
                <a:path w="841226" h="678152">
                  <a:moveTo>
                    <a:pt x="0" y="0"/>
                  </a:moveTo>
                  <a:lnTo>
                    <a:pt x="841226" y="0"/>
                  </a:lnTo>
                  <a:lnTo>
                    <a:pt x="841226" y="678152"/>
                  </a:lnTo>
                  <a:lnTo>
                    <a:pt x="0" y="678152"/>
                  </a:lnTo>
                  <a:close/>
                </a:path>
              </a:pathLst>
            </a:custGeom>
            <a:blipFill>
              <a:blip r:embed="rId2"/>
              <a:stretch>
                <a:fillRect l="-10498" r="-1049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00685" y="6124407"/>
            <a:ext cx="4870410" cy="3649782"/>
            <a:chOff x="0" y="0"/>
            <a:chExt cx="963444" cy="469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3444" cy="469280"/>
            </a:xfrm>
            <a:custGeom>
              <a:avLst/>
              <a:gdLst/>
              <a:ahLst/>
              <a:cxnLst/>
              <a:rect l="l" t="t" r="r" b="b"/>
              <a:pathLst>
                <a:path w="963444" h="469280">
                  <a:moveTo>
                    <a:pt x="0" y="0"/>
                  </a:moveTo>
                  <a:lnTo>
                    <a:pt x="963444" y="0"/>
                  </a:lnTo>
                  <a:lnTo>
                    <a:pt x="963444" y="469280"/>
                  </a:lnTo>
                  <a:lnTo>
                    <a:pt x="0" y="469280"/>
                  </a:lnTo>
                  <a:close/>
                </a:path>
              </a:pathLst>
            </a:custGeom>
            <a:blipFill>
              <a:blip r:embed="rId3"/>
              <a:stretch>
                <a:fillRect t="-18391" b="-18391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061C1-80C9-80A2-751C-0C72F7AB32F8}"/>
              </a:ext>
            </a:extLst>
          </p:cNvPr>
          <p:cNvSpPr txBox="1"/>
          <p:nvPr/>
        </p:nvSpPr>
        <p:spPr>
          <a:xfrm>
            <a:off x="6146512" y="1110467"/>
            <a:ext cx="5234478" cy="69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SKENARIO EKSPERIMEN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3EE86A-1788-3AC0-AF19-ABAD30ED3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379738"/>
              </p:ext>
            </p:extLst>
          </p:nvPr>
        </p:nvGraphicFramePr>
        <p:xfrm>
          <a:off x="6497840" y="2249752"/>
          <a:ext cx="10113760" cy="2811338"/>
        </p:xfrm>
        <a:graphic>
          <a:graphicData uri="http://schemas.openxmlformats.org/drawingml/2006/table">
            <a:tbl>
              <a:tblPr firstRow="1" firstCol="1" bandRow="1"/>
              <a:tblGrid>
                <a:gridCol w="623397">
                  <a:extLst>
                    <a:ext uri="{9D8B030D-6E8A-4147-A177-3AD203B41FA5}">
                      <a16:colId xmlns:a16="http://schemas.microsoft.com/office/drawing/2014/main" val="592223696"/>
                    </a:ext>
                  </a:extLst>
                </a:gridCol>
                <a:gridCol w="2892088">
                  <a:extLst>
                    <a:ext uri="{9D8B030D-6E8A-4147-A177-3AD203B41FA5}">
                      <a16:colId xmlns:a16="http://schemas.microsoft.com/office/drawing/2014/main" val="3402609271"/>
                    </a:ext>
                  </a:extLst>
                </a:gridCol>
                <a:gridCol w="6598275">
                  <a:extLst>
                    <a:ext uri="{9D8B030D-6E8A-4147-A177-3AD203B41FA5}">
                      <a16:colId xmlns:a16="http://schemas.microsoft.com/office/drawing/2014/main" val="1792697910"/>
                    </a:ext>
                  </a:extLst>
                </a:gridCol>
              </a:tblGrid>
              <a:tr h="125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Variabel Input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591199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 (Univariate)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528252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M-LSTM Skenario 1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Seluruh variabel input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33844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M-LSTM Skenario 2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Lima variabel dengan peringkat korelasi tertinggi terhadap GHI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8328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M-LSTM Skenario 3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Tiga </a:t>
                      </a:r>
                      <a:r>
                        <a:rPr lang="en-US" sz="2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variabel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peringkat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korelasi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tertinggi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terhadap</a:t>
                      </a: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GHI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58066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335E04-9819-B90A-C23A-BAA3ED85691E}"/>
              </a:ext>
            </a:extLst>
          </p:cNvPr>
          <p:cNvSpPr txBox="1"/>
          <p:nvPr/>
        </p:nvSpPr>
        <p:spPr>
          <a:xfrm>
            <a:off x="6684299" y="6005923"/>
            <a:ext cx="93933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/>
              <a:t>Metrik</a:t>
            </a:r>
            <a:r>
              <a:rPr lang="en-US" sz="3200" b="1" dirty="0"/>
              <a:t> </a:t>
            </a:r>
            <a:r>
              <a:rPr lang="en-US" sz="3200" b="1" dirty="0" err="1"/>
              <a:t>Evaluasi</a:t>
            </a:r>
            <a:endParaRPr lang="en-US" sz="3200" b="1" dirty="0"/>
          </a:p>
          <a:p>
            <a:r>
              <a:rPr lang="en-US" sz="3200" b="1" dirty="0"/>
              <a:t>RMSE</a:t>
            </a:r>
          </a:p>
          <a:p>
            <a:r>
              <a:rPr lang="en-US" sz="3200" dirty="0"/>
              <a:t>Root Mean Square Error</a:t>
            </a:r>
          </a:p>
          <a:p>
            <a:r>
              <a:rPr lang="en-US" sz="3200" b="1" dirty="0"/>
              <a:t>MAE</a:t>
            </a:r>
          </a:p>
          <a:p>
            <a:r>
              <a:rPr lang="en-US" sz="3200" dirty="0"/>
              <a:t>Mean Absolute Error</a:t>
            </a:r>
          </a:p>
          <a:p>
            <a:r>
              <a:rPr lang="en-US" sz="3200" b="1" dirty="0"/>
              <a:t>R²</a:t>
            </a:r>
          </a:p>
          <a:p>
            <a:r>
              <a:rPr lang="en-US" sz="3200" dirty="0"/>
              <a:t>Coefficient of Determination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62A8C-B650-CB71-A66F-1E2EF39201CD}"/>
              </a:ext>
            </a:extLst>
          </p:cNvPr>
          <p:cNvSpPr txBox="1"/>
          <p:nvPr/>
        </p:nvSpPr>
        <p:spPr>
          <a:xfrm>
            <a:off x="4191000" y="76335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Hasil Preliminary Study — Musim </a:t>
            </a:r>
            <a:r>
              <a:rPr lang="en-US" sz="3600" b="1" dirty="0" err="1"/>
              <a:t>Hujan</a:t>
            </a:r>
            <a:endParaRPr lang="en-US" sz="3600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30C8044-146F-D0C8-2458-A034E34EE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817214"/>
              </p:ext>
            </p:extLst>
          </p:nvPr>
        </p:nvGraphicFramePr>
        <p:xfrm>
          <a:off x="1657885" y="1616750"/>
          <a:ext cx="12217442" cy="3412544"/>
        </p:xfrm>
        <a:graphic>
          <a:graphicData uri="http://schemas.openxmlformats.org/drawingml/2006/table">
            <a:tbl>
              <a:tblPr firstRow="1" firstCol="1" bandRow="1"/>
              <a:tblGrid>
                <a:gridCol w="2476783">
                  <a:extLst>
                    <a:ext uri="{9D8B030D-6E8A-4147-A177-3AD203B41FA5}">
                      <a16:colId xmlns:a16="http://schemas.microsoft.com/office/drawing/2014/main" val="1551184568"/>
                    </a:ext>
                  </a:extLst>
                </a:gridCol>
                <a:gridCol w="1938288">
                  <a:extLst>
                    <a:ext uri="{9D8B030D-6E8A-4147-A177-3AD203B41FA5}">
                      <a16:colId xmlns:a16="http://schemas.microsoft.com/office/drawing/2014/main" val="237982342"/>
                    </a:ext>
                  </a:extLst>
                </a:gridCol>
                <a:gridCol w="7802371">
                  <a:extLst>
                    <a:ext uri="{9D8B030D-6E8A-4147-A177-3AD203B41FA5}">
                      <a16:colId xmlns:a16="http://schemas.microsoft.com/office/drawing/2014/main" val="3794236285"/>
                    </a:ext>
                  </a:extLst>
                </a:gridCol>
              </a:tblGrid>
              <a:tr h="275896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TABEL PERINGKAT KORELASI TERHADAP GHI 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88381"/>
                  </a:ext>
                </a:extLst>
              </a:tr>
              <a:tr h="7861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Variabel</a:t>
                      </a:r>
                      <a:r>
                        <a:rPr lang="en-US" sz="20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Nilai Korelasi Pearson (r)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Kategori Hubungan Fisis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80848"/>
                  </a:ext>
                </a:extLst>
              </a:tr>
              <a:tr h="275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Korelasi Sempurna (Target Utama)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580627"/>
                  </a:ext>
                </a:extLst>
              </a:tr>
              <a:tr h="275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Nett. Rad.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0.9997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Hubungan Sangat Kuat 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642767"/>
                  </a:ext>
                </a:extLst>
              </a:tr>
              <a:tr h="275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Reflective Rad.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0.9969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Hubungan Sangat Kuat 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513726"/>
                  </a:ext>
                </a:extLst>
              </a:tr>
              <a:tr h="275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DNI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0.8423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Hubungan Sangat Kuat 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345710"/>
                  </a:ext>
                </a:extLst>
              </a:tr>
              <a:tr h="275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Altitude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0.8383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Hubungan Sangat Kuat 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421156"/>
                  </a:ext>
                </a:extLst>
              </a:tr>
              <a:tr h="275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Diffuse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0.7754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Hubungan Kuat (Kontribusi Tinggi)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425395"/>
                  </a:ext>
                </a:extLst>
              </a:tr>
              <a:tr h="2758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Azzimuth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0.2974</a:t>
                      </a:r>
                      <a:endParaRPr lang="en-US" sz="20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Hubungan</a:t>
                      </a:r>
                      <a:r>
                        <a:rPr lang="en-US" sz="20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Lemah</a:t>
                      </a:r>
                      <a:r>
                        <a:rPr lang="en-US" sz="20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000" b="1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Kontribusi</a:t>
                      </a:r>
                      <a:r>
                        <a:rPr lang="en-US" sz="20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Rendah</a:t>
                      </a:r>
                      <a:r>
                        <a:rPr lang="en-US" sz="20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74168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8EE9792-4F2C-5FF1-102D-6698014E4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204484"/>
              </p:ext>
            </p:extLst>
          </p:nvPr>
        </p:nvGraphicFramePr>
        <p:xfrm>
          <a:off x="1090789" y="6308367"/>
          <a:ext cx="9071520" cy="2361883"/>
        </p:xfrm>
        <a:graphic>
          <a:graphicData uri="http://schemas.openxmlformats.org/drawingml/2006/table">
            <a:tbl>
              <a:tblPr firstRow="1" firstCol="1" bandRow="1"/>
              <a:tblGrid>
                <a:gridCol w="4395572">
                  <a:extLst>
                    <a:ext uri="{9D8B030D-6E8A-4147-A177-3AD203B41FA5}">
                      <a16:colId xmlns:a16="http://schemas.microsoft.com/office/drawing/2014/main" val="1932330117"/>
                    </a:ext>
                  </a:extLst>
                </a:gridCol>
                <a:gridCol w="2429063">
                  <a:extLst>
                    <a:ext uri="{9D8B030D-6E8A-4147-A177-3AD203B41FA5}">
                      <a16:colId xmlns:a16="http://schemas.microsoft.com/office/drawing/2014/main" val="3060389102"/>
                    </a:ext>
                  </a:extLst>
                </a:gridCol>
                <a:gridCol w="1016848">
                  <a:extLst>
                    <a:ext uri="{9D8B030D-6E8A-4147-A177-3AD203B41FA5}">
                      <a16:colId xmlns:a16="http://schemas.microsoft.com/office/drawing/2014/main" val="1125251657"/>
                    </a:ext>
                  </a:extLst>
                </a:gridCol>
                <a:gridCol w="1230037">
                  <a:extLst>
                    <a:ext uri="{9D8B030D-6E8A-4147-A177-3AD203B41FA5}">
                      <a16:colId xmlns:a16="http://schemas.microsoft.com/office/drawing/2014/main" val="566341457"/>
                    </a:ext>
                  </a:extLst>
                </a:gridCol>
              </a:tblGrid>
              <a:tr h="182880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TABEL EVALUASI SENSITIVITAS FITUR (MUSIM HUJAN) 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39335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Skenario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R2 Score (%)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0649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Skenario 1 (7 Fitur)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76.61%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71.75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151.85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496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Skenario 2 (5 Fitur)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82.16%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64.26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132.61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9973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Skenario 3 (3 Fitur)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75.58%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82.67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155.17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6835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 Univariate (1 Fitur)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76.73%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83.23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151.47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8007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0105EE7D-3C9B-C72E-C5EA-262E2361F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158" y="5141530"/>
            <a:ext cx="6870787" cy="51454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525591" y="0"/>
            <a:ext cx="11762409" cy="10287000"/>
            <a:chOff x="0" y="0"/>
            <a:chExt cx="30979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97918" cy="2709333"/>
            </a:xfrm>
            <a:custGeom>
              <a:avLst/>
              <a:gdLst/>
              <a:ahLst/>
              <a:cxnLst/>
              <a:rect l="l" t="t" r="r" b="b"/>
              <a:pathLst>
                <a:path w="3097918" h="2709333">
                  <a:moveTo>
                    <a:pt x="0" y="0"/>
                  </a:moveTo>
                  <a:lnTo>
                    <a:pt x="3097918" y="0"/>
                  </a:lnTo>
                  <a:lnTo>
                    <a:pt x="30979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206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0979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543800" y="4379826"/>
            <a:ext cx="11298086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45"/>
              </a:lnSpc>
            </a:pPr>
            <a:r>
              <a:rPr lang="en-US" sz="933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TERIMA KASIH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8655446"/>
            <a:ext cx="7594618" cy="602854"/>
            <a:chOff x="0" y="0"/>
            <a:chExt cx="2000229" cy="1587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00229" cy="158776"/>
            </a:xfrm>
            <a:custGeom>
              <a:avLst/>
              <a:gdLst/>
              <a:ahLst/>
              <a:cxnLst/>
              <a:rect l="l" t="t" r="r" b="b"/>
              <a:pathLst>
                <a:path w="2000229" h="158776">
                  <a:moveTo>
                    <a:pt x="0" y="0"/>
                  </a:moveTo>
                  <a:lnTo>
                    <a:pt x="2000229" y="0"/>
                  </a:lnTo>
                  <a:lnTo>
                    <a:pt x="2000229" y="158776"/>
                  </a:lnTo>
                  <a:lnTo>
                    <a:pt x="0" y="158776"/>
                  </a:lnTo>
                  <a:close/>
                </a:path>
              </a:pathLst>
            </a:custGeom>
            <a:solidFill>
              <a:srgbClr val="01CA1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000229" cy="206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952480" y="1638257"/>
            <a:ext cx="7594618" cy="6327459"/>
            <a:chOff x="0" y="0"/>
            <a:chExt cx="927421" cy="7726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7421" cy="772681"/>
            </a:xfrm>
            <a:custGeom>
              <a:avLst/>
              <a:gdLst/>
              <a:ahLst/>
              <a:cxnLst/>
              <a:rect l="l" t="t" r="r" b="b"/>
              <a:pathLst>
                <a:path w="927421" h="772681">
                  <a:moveTo>
                    <a:pt x="0" y="0"/>
                  </a:moveTo>
                  <a:lnTo>
                    <a:pt x="927421" y="0"/>
                  </a:lnTo>
                  <a:lnTo>
                    <a:pt x="927421" y="772681"/>
                  </a:lnTo>
                  <a:lnTo>
                    <a:pt x="0" y="772681"/>
                  </a:lnTo>
                  <a:close/>
                </a:path>
              </a:pathLst>
            </a:custGeom>
            <a:blipFill>
              <a:blip r:embed="rId2"/>
              <a:stretch>
                <a:fillRect l="-12525" r="-12525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090789" y="512811"/>
            <a:ext cx="567096" cy="581908"/>
          </a:xfrm>
          <a:custGeom>
            <a:avLst/>
            <a:gdLst/>
            <a:ahLst/>
            <a:cxnLst/>
            <a:rect l="l" t="t" r="r" b="b"/>
            <a:pathLst>
              <a:path w="567096" h="581908">
                <a:moveTo>
                  <a:pt x="0" y="0"/>
                </a:moveTo>
                <a:lnTo>
                  <a:pt x="567096" y="0"/>
                </a:lnTo>
                <a:lnTo>
                  <a:pt x="567096" y="581907"/>
                </a:lnTo>
                <a:lnTo>
                  <a:pt x="0" y="581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78916" y="8739703"/>
            <a:ext cx="3897300" cy="3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042060"/>
                </a:solidFill>
                <a:latin typeface="HK Grotesk"/>
                <a:ea typeface="HK Grotesk"/>
                <a:cs typeface="HK Grotesk"/>
                <a:sym typeface="HK Grotesk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1089</Words>
  <Application>Microsoft Office PowerPoint</Application>
  <PresentationFormat>Custom</PresentationFormat>
  <Paragraphs>181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HK Grotesk</vt:lpstr>
      <vt:lpstr>Arial</vt:lpstr>
      <vt:lpstr>Cambria Math</vt:lpstr>
      <vt:lpstr>Calibri</vt:lpstr>
      <vt:lpstr>Poppins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Modern Solar Energy Presentation</dc:title>
  <dc:creator>LOQ</dc:creator>
  <cp:lastModifiedBy>KHALISAH WAHYUNINGTYAS</cp:lastModifiedBy>
  <cp:revision>7</cp:revision>
  <dcterms:created xsi:type="dcterms:W3CDTF">2006-08-16T00:00:00Z</dcterms:created>
  <dcterms:modified xsi:type="dcterms:W3CDTF">2026-06-07T16:16:47Z</dcterms:modified>
  <dc:identifier>DAHIwlQXLY8</dc:identifier>
</cp:coreProperties>
</file>